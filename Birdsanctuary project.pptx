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2" r:id="rId1"/>
  </p:sldMasterIdLst>
  <p:sldIdLst>
    <p:sldId id="256" r:id="rId2"/>
    <p:sldId id="257" r:id="rId3"/>
    <p:sldId id="258" r:id="rId4"/>
    <p:sldId id="259" r:id="rId5"/>
    <p:sldId id="260" r:id="rId6"/>
    <p:sldId id="266" r:id="rId7"/>
    <p:sldId id="261" r:id="rId8"/>
    <p:sldId id="262" r:id="rId9"/>
    <p:sldId id="263" r:id="rId10"/>
    <p:sldId id="264"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8" d="100"/>
          <a:sy n="58" d="100"/>
        </p:scale>
        <p:origin x="98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1" Type="http://schemas.openxmlformats.org/officeDocument/2006/relationships/image" Target="../media/image3.jpg"/></Relationships>
</file>

<file path=ppt/diagrams/_rels/data2.xml.rels><?xml version="1.0" encoding="UTF-8" standalone="yes"?>
<Relationships xmlns="http://schemas.openxmlformats.org/package/2006/relationships"><Relationship Id="rId1" Type="http://schemas.openxmlformats.org/officeDocument/2006/relationships/image" Target="../media/image4.jpg"/></Relationships>
</file>

<file path=ppt/diagrams/_rels/data3.xml.rels><?xml version="1.0" encoding="UTF-8" standalone="yes"?>
<Relationships xmlns="http://schemas.openxmlformats.org/package/2006/relationships"><Relationship Id="rId1" Type="http://schemas.openxmlformats.org/officeDocument/2006/relationships/image" Target="../media/image5.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3.jpg"/></Relationships>
</file>

<file path=ppt/diagrams/_rels/drawing2.xml.rels><?xml version="1.0" encoding="UTF-8" standalone="yes"?>
<Relationships xmlns="http://schemas.openxmlformats.org/package/2006/relationships"><Relationship Id="rId1" Type="http://schemas.openxmlformats.org/officeDocument/2006/relationships/image" Target="../media/image4.jpg"/></Relationships>
</file>

<file path=ppt/diagrams/_rels/drawing3.xml.rels><?xml version="1.0" encoding="UTF-8" standalone="yes"?>
<Relationships xmlns="http://schemas.openxmlformats.org/package/2006/relationships"><Relationship Id="rId1" Type="http://schemas.openxmlformats.org/officeDocument/2006/relationships/image" Target="../media/image5.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1CB94E2-BEFF-4FDD-8137-E688F98E5FB2}" type="doc">
      <dgm:prSet loTypeId="urn:microsoft.com/office/officeart/2009/3/layout/SnapshotPictureList" loCatId="picture" qsTypeId="urn:microsoft.com/office/officeart/2005/8/quickstyle/simple1" qsCatId="simple" csTypeId="urn:microsoft.com/office/officeart/2005/8/colors/accent1_2" csCatId="accent1" phldr="1"/>
      <dgm:spPr/>
    </dgm:pt>
    <dgm:pt modelId="{0C024D48-C99C-47B7-8B1C-61646A277DAF}">
      <dgm:prSet phldrT="[Text]"/>
      <dgm:spPr/>
      <dgm:t>
        <a:bodyPr/>
        <a:lstStyle/>
        <a:p>
          <a:r>
            <a:rPr lang="en-US" dirty="0"/>
            <a:t>      “</a:t>
          </a:r>
          <a:r>
            <a:rPr lang="en-US" b="1" dirty="0">
              <a:solidFill>
                <a:schemeClr val="accent1">
                  <a:lumMod val="50000"/>
                </a:schemeClr>
              </a:solidFill>
            </a:rPr>
            <a:t>BIRD SANCTUARY SYSTEM</a:t>
          </a:r>
          <a:r>
            <a:rPr lang="en-US" dirty="0"/>
            <a:t>”</a:t>
          </a:r>
          <a:endParaRPr lang="en-IN" dirty="0"/>
        </a:p>
      </dgm:t>
    </dgm:pt>
    <dgm:pt modelId="{3786F53D-CCE0-471D-8F13-36C076F5A1E8}" type="parTrans" cxnId="{C7F3CB1C-9A1B-434D-893C-1D9187F5C52C}">
      <dgm:prSet/>
      <dgm:spPr/>
      <dgm:t>
        <a:bodyPr/>
        <a:lstStyle/>
        <a:p>
          <a:endParaRPr lang="en-IN"/>
        </a:p>
      </dgm:t>
    </dgm:pt>
    <dgm:pt modelId="{189D67F1-B540-4997-95C7-AEC04D17E0D4}" type="sibTrans" cxnId="{C7F3CB1C-9A1B-434D-893C-1D9187F5C52C}">
      <dgm:prSet/>
      <dgm:spPr/>
      <dgm:t>
        <a:bodyPr/>
        <a:lstStyle/>
        <a:p>
          <a:endParaRPr lang="en-IN"/>
        </a:p>
      </dgm:t>
    </dgm:pt>
    <dgm:pt modelId="{FEC4E605-C169-4E32-8252-8CDDA5466469}" type="pres">
      <dgm:prSet presAssocID="{71CB94E2-BEFF-4FDD-8137-E688F98E5FB2}" presName="Name0" presStyleCnt="0">
        <dgm:presLayoutVars>
          <dgm:chMax/>
          <dgm:chPref/>
          <dgm:dir/>
          <dgm:animLvl val="lvl"/>
        </dgm:presLayoutVars>
      </dgm:prSet>
      <dgm:spPr/>
    </dgm:pt>
    <dgm:pt modelId="{6ED1A209-4B86-4DB6-9E45-E5D92959D26B}" type="pres">
      <dgm:prSet presAssocID="{0C024D48-C99C-47B7-8B1C-61646A277DAF}" presName="composite" presStyleCnt="0"/>
      <dgm:spPr/>
    </dgm:pt>
    <dgm:pt modelId="{616C8549-9248-4018-A190-1BBCD8436AB4}" type="pres">
      <dgm:prSet presAssocID="{0C024D48-C99C-47B7-8B1C-61646A277DAF}" presName="ParentAccentShape" presStyleLbl="trBgShp" presStyleIdx="0" presStyleCnt="1" custLinFactNeighborX="5839" custLinFactNeighborY="-7179"/>
      <dgm:spPr/>
    </dgm:pt>
    <dgm:pt modelId="{14C33F2C-E90E-4D44-A255-5F50B6DC86E3}" type="pres">
      <dgm:prSet presAssocID="{0C024D48-C99C-47B7-8B1C-61646A277DAF}" presName="ParentText" presStyleLbl="revTx" presStyleIdx="0" presStyleCnt="2" custScaleX="99107" custScaleY="149660" custLinFactNeighborX="22443" custLinFactNeighborY="19452">
        <dgm:presLayoutVars>
          <dgm:chMax val="1"/>
          <dgm:chPref val="1"/>
          <dgm:bulletEnabled val="1"/>
        </dgm:presLayoutVars>
      </dgm:prSet>
      <dgm:spPr/>
    </dgm:pt>
    <dgm:pt modelId="{7D50C702-B3B1-4514-977F-82697137C6F0}" type="pres">
      <dgm:prSet presAssocID="{0C024D48-C99C-47B7-8B1C-61646A277DAF}" presName="ChildText" presStyleLbl="revTx" presStyleIdx="1" presStyleCnt="2">
        <dgm:presLayoutVars>
          <dgm:chMax val="0"/>
          <dgm:chPref val="0"/>
        </dgm:presLayoutVars>
      </dgm:prSet>
      <dgm:spPr/>
    </dgm:pt>
    <dgm:pt modelId="{9FD928F4-4653-41E6-9B57-03B96E151E6C}" type="pres">
      <dgm:prSet presAssocID="{0C024D48-C99C-47B7-8B1C-61646A277DAF}" presName="ChildAccentShape" presStyleLbl="trBgShp" presStyleIdx="0" presStyleCnt="1"/>
      <dgm:spPr/>
    </dgm:pt>
    <dgm:pt modelId="{D4C2EE92-E5EA-408F-8F43-94E0E86056B9}" type="pres">
      <dgm:prSet presAssocID="{0C024D48-C99C-47B7-8B1C-61646A277DAF}" presName="Image" presStyleLbl="alignImgPlace1" presStyleIdx="0" presStyleCnt="1" custLinFactNeighborX="17698" custLinFactNeighborY="3491"/>
      <dgm:spPr>
        <a:blipFill>
          <a:blip xmlns:r="http://schemas.openxmlformats.org/officeDocument/2006/relationships" r:embed="rId1">
            <a:extLst>
              <a:ext uri="{28A0092B-C50C-407E-A947-70E740481C1C}">
                <a14:useLocalDpi xmlns:a14="http://schemas.microsoft.com/office/drawing/2010/main" val="0"/>
              </a:ext>
            </a:extLst>
          </a:blip>
          <a:srcRect/>
          <a:stretch>
            <a:fillRect t="-1000" b="-1000"/>
          </a:stretch>
        </a:blipFill>
        <a:ln>
          <a:solidFill>
            <a:schemeClr val="tx1">
              <a:lumMod val="95000"/>
              <a:lumOff val="5000"/>
            </a:schemeClr>
          </a:solidFill>
        </a:ln>
        <a:effectLst>
          <a:glow rad="228600">
            <a:schemeClr val="accent5">
              <a:satMod val="175000"/>
              <a:alpha val="40000"/>
            </a:schemeClr>
          </a:glow>
          <a:outerShdw blurRad="50800" dist="38100" dir="2700000" algn="tl" rotWithShape="0">
            <a:prstClr val="black">
              <a:alpha val="40000"/>
            </a:prstClr>
          </a:outerShdw>
          <a:softEdge rad="12700"/>
        </a:effectLst>
        <a:scene3d>
          <a:camera prst="orthographicFront"/>
          <a:lightRig rig="threePt" dir="t"/>
        </a:scene3d>
        <a:sp3d>
          <a:bevelT w="139700" h="139700" prst="divot"/>
        </a:sp3d>
      </dgm:spPr>
    </dgm:pt>
  </dgm:ptLst>
  <dgm:cxnLst>
    <dgm:cxn modelId="{CE61E416-09F7-44D8-B90C-347B48D107FA}" type="presOf" srcId="{0C024D48-C99C-47B7-8B1C-61646A277DAF}" destId="{14C33F2C-E90E-4D44-A255-5F50B6DC86E3}" srcOrd="0" destOrd="0" presId="urn:microsoft.com/office/officeart/2009/3/layout/SnapshotPictureList"/>
    <dgm:cxn modelId="{C7F3CB1C-9A1B-434D-893C-1D9187F5C52C}" srcId="{71CB94E2-BEFF-4FDD-8137-E688F98E5FB2}" destId="{0C024D48-C99C-47B7-8B1C-61646A277DAF}" srcOrd="0" destOrd="0" parTransId="{3786F53D-CCE0-471D-8F13-36C076F5A1E8}" sibTransId="{189D67F1-B540-4997-95C7-AEC04D17E0D4}"/>
    <dgm:cxn modelId="{BB8D1AF7-4425-44CC-AE14-8DF41F2A3D0B}" type="presOf" srcId="{71CB94E2-BEFF-4FDD-8137-E688F98E5FB2}" destId="{FEC4E605-C169-4E32-8252-8CDDA5466469}" srcOrd="0" destOrd="0" presId="urn:microsoft.com/office/officeart/2009/3/layout/SnapshotPictureList"/>
    <dgm:cxn modelId="{FBBD9AEA-77E4-490E-ADAD-3B54193D725F}" type="presParOf" srcId="{FEC4E605-C169-4E32-8252-8CDDA5466469}" destId="{6ED1A209-4B86-4DB6-9E45-E5D92959D26B}" srcOrd="0" destOrd="0" presId="urn:microsoft.com/office/officeart/2009/3/layout/SnapshotPictureList"/>
    <dgm:cxn modelId="{14B568DF-B71F-4FCD-BF89-5D0A4FC73E11}" type="presParOf" srcId="{6ED1A209-4B86-4DB6-9E45-E5D92959D26B}" destId="{616C8549-9248-4018-A190-1BBCD8436AB4}" srcOrd="0" destOrd="0" presId="urn:microsoft.com/office/officeart/2009/3/layout/SnapshotPictureList"/>
    <dgm:cxn modelId="{D9F709AF-5FF1-4A6F-A3B3-3378170C559E}" type="presParOf" srcId="{6ED1A209-4B86-4DB6-9E45-E5D92959D26B}" destId="{14C33F2C-E90E-4D44-A255-5F50B6DC86E3}" srcOrd="1" destOrd="0" presId="urn:microsoft.com/office/officeart/2009/3/layout/SnapshotPictureList"/>
    <dgm:cxn modelId="{C4A33569-C09E-40BF-978C-D3CB0DD6BE36}" type="presParOf" srcId="{6ED1A209-4B86-4DB6-9E45-E5D92959D26B}" destId="{7D50C702-B3B1-4514-977F-82697137C6F0}" srcOrd="2" destOrd="0" presId="urn:microsoft.com/office/officeart/2009/3/layout/SnapshotPictureList"/>
    <dgm:cxn modelId="{A0908D37-BEEB-475A-99A6-6181F288F6AE}" type="presParOf" srcId="{6ED1A209-4B86-4DB6-9E45-E5D92959D26B}" destId="{9FD928F4-4653-41E6-9B57-03B96E151E6C}" srcOrd="3" destOrd="0" presId="urn:microsoft.com/office/officeart/2009/3/layout/SnapshotPictureList"/>
    <dgm:cxn modelId="{BC45C7B2-5395-40B0-BB70-F8D03CAF446E}" type="presParOf" srcId="{6ED1A209-4B86-4DB6-9E45-E5D92959D26B}" destId="{D4C2EE92-E5EA-408F-8F43-94E0E86056B9}" srcOrd="4" destOrd="0" presId="urn:microsoft.com/office/officeart/2009/3/layout/SnapshotPictur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C016F81-1D7B-41C1-BEE5-D28580301B57}" type="doc">
      <dgm:prSet loTypeId="urn:microsoft.com/office/officeart/2008/layout/CircularPictureCallout" loCatId="picture" qsTypeId="urn:microsoft.com/office/officeart/2005/8/quickstyle/simple5" qsCatId="simple" csTypeId="urn:microsoft.com/office/officeart/2005/8/colors/accent1_2" csCatId="accent1" phldr="1"/>
      <dgm:spPr/>
    </dgm:pt>
    <dgm:pt modelId="{1B1231EC-28FD-4278-B07C-4BD74F3CAC3E}">
      <dgm:prSet phldrT="[Text]"/>
      <dgm:spPr/>
      <dgm:t>
        <a:bodyPr/>
        <a:lstStyle/>
        <a:p>
          <a:r>
            <a:rPr lang="en-US" dirty="0">
              <a:solidFill>
                <a:schemeClr val="bg2">
                  <a:lumMod val="25000"/>
                </a:schemeClr>
              </a:solidFill>
            </a:rPr>
            <a:t>Kalarava</a:t>
          </a:r>
          <a:endParaRPr lang="en-IN" dirty="0">
            <a:solidFill>
              <a:schemeClr val="bg2">
                <a:lumMod val="25000"/>
              </a:schemeClr>
            </a:solidFill>
          </a:endParaRPr>
        </a:p>
      </dgm:t>
    </dgm:pt>
    <dgm:pt modelId="{144F6FDD-5CB5-4EB9-9620-608B9A612E97}" type="sibTrans" cxnId="{EA32C802-1305-441E-A468-A8B86AAADD17}">
      <dgm:prSet/>
      <dgm:spPr>
        <a:blipFill>
          <a:blip xmlns:r="http://schemas.openxmlformats.org/officeDocument/2006/relationships" r:embed="rId1">
            <a:extLst>
              <a:ext uri="{28A0092B-C50C-407E-A947-70E740481C1C}">
                <a14:useLocalDpi xmlns:a14="http://schemas.microsoft.com/office/drawing/2010/main" val="0"/>
              </a:ext>
            </a:extLst>
          </a:blip>
          <a:srcRect/>
          <a:stretch>
            <a:fillRect l="-39000" r="-39000"/>
          </a:stretch>
        </a:blipFill>
        <a:effectLst>
          <a:glow rad="63500">
            <a:schemeClr val="accent1">
              <a:satMod val="175000"/>
              <a:alpha val="40000"/>
            </a:schemeClr>
          </a:glow>
          <a:innerShdw blurRad="63500" dist="50800" dir="5400000">
            <a:prstClr val="black">
              <a:alpha val="50000"/>
            </a:prstClr>
          </a:innerShdw>
          <a:reflection blurRad="6350" stA="52000" endA="300" endPos="35000" dir="5400000" sy="-100000" algn="bl" rotWithShape="0"/>
        </a:effectLst>
        <a:scene3d>
          <a:camera prst="orthographicFront"/>
          <a:lightRig rig="threePt" dir="t"/>
        </a:scene3d>
        <a:sp3d>
          <a:bevelT/>
        </a:sp3d>
      </dgm:spPr>
      <dgm:t>
        <a:bodyPr/>
        <a:lstStyle/>
        <a:p>
          <a:endParaRPr lang="en-IN"/>
        </a:p>
      </dgm:t>
    </dgm:pt>
    <dgm:pt modelId="{64582EC7-3E15-49A2-A71B-FD83A342A9A2}" type="parTrans" cxnId="{EA32C802-1305-441E-A468-A8B86AAADD17}">
      <dgm:prSet/>
      <dgm:spPr/>
      <dgm:t>
        <a:bodyPr/>
        <a:lstStyle/>
        <a:p>
          <a:endParaRPr lang="en-IN"/>
        </a:p>
      </dgm:t>
    </dgm:pt>
    <dgm:pt modelId="{0CF15689-38CB-472A-8FAF-9D8DED48C6B6}" type="pres">
      <dgm:prSet presAssocID="{8C016F81-1D7B-41C1-BEE5-D28580301B57}" presName="Name0" presStyleCnt="0">
        <dgm:presLayoutVars>
          <dgm:chMax val="7"/>
          <dgm:chPref val="7"/>
          <dgm:dir/>
        </dgm:presLayoutVars>
      </dgm:prSet>
      <dgm:spPr/>
    </dgm:pt>
    <dgm:pt modelId="{CCCE4E94-4DDA-4063-BCE9-1DC41C661104}" type="pres">
      <dgm:prSet presAssocID="{8C016F81-1D7B-41C1-BEE5-D28580301B57}" presName="Name1" presStyleCnt="0"/>
      <dgm:spPr/>
    </dgm:pt>
    <dgm:pt modelId="{ED40983D-7C56-4C94-B98B-07D4D07C8E8B}" type="pres">
      <dgm:prSet presAssocID="{144F6FDD-5CB5-4EB9-9620-608B9A612E97}" presName="picture_1" presStyleCnt="0"/>
      <dgm:spPr/>
    </dgm:pt>
    <dgm:pt modelId="{B2697711-38C1-4349-BB10-E3C80E4D0F0E}" type="pres">
      <dgm:prSet presAssocID="{144F6FDD-5CB5-4EB9-9620-608B9A612E97}" presName="pictureRepeatNode" presStyleLbl="alignImgPlace1" presStyleIdx="0" presStyleCnt="1"/>
      <dgm:spPr/>
    </dgm:pt>
    <dgm:pt modelId="{8B2BDA9C-ACC5-4674-9FD1-D55D7E733B26}" type="pres">
      <dgm:prSet presAssocID="{1B1231EC-28FD-4278-B07C-4BD74F3CAC3E}" presName="text_1" presStyleLbl="node1" presStyleIdx="0" presStyleCnt="0" custFlipVert="0" custFlipHor="0" custScaleX="91969" custScaleY="40458" custLinFactNeighborX="95369" custLinFactNeighborY="88772">
        <dgm:presLayoutVars>
          <dgm:bulletEnabled val="1"/>
        </dgm:presLayoutVars>
      </dgm:prSet>
      <dgm:spPr/>
    </dgm:pt>
  </dgm:ptLst>
  <dgm:cxnLst>
    <dgm:cxn modelId="{EA32C802-1305-441E-A468-A8B86AAADD17}" srcId="{8C016F81-1D7B-41C1-BEE5-D28580301B57}" destId="{1B1231EC-28FD-4278-B07C-4BD74F3CAC3E}" srcOrd="0" destOrd="0" parTransId="{64582EC7-3E15-49A2-A71B-FD83A342A9A2}" sibTransId="{144F6FDD-5CB5-4EB9-9620-608B9A612E97}"/>
    <dgm:cxn modelId="{C276EA6D-3C87-4007-939A-0EF4474137BF}" type="presOf" srcId="{144F6FDD-5CB5-4EB9-9620-608B9A612E97}" destId="{B2697711-38C1-4349-BB10-E3C80E4D0F0E}" srcOrd="0" destOrd="0" presId="urn:microsoft.com/office/officeart/2008/layout/CircularPictureCallout"/>
    <dgm:cxn modelId="{98CBD677-24E6-4C88-BC01-30C4908893D9}" type="presOf" srcId="{8C016F81-1D7B-41C1-BEE5-D28580301B57}" destId="{0CF15689-38CB-472A-8FAF-9D8DED48C6B6}" srcOrd="0" destOrd="0" presId="urn:microsoft.com/office/officeart/2008/layout/CircularPictureCallout"/>
    <dgm:cxn modelId="{615C4EEE-7E31-434E-8D6A-2786BC2720E1}" type="presOf" srcId="{1B1231EC-28FD-4278-B07C-4BD74F3CAC3E}" destId="{8B2BDA9C-ACC5-4674-9FD1-D55D7E733B26}" srcOrd="0" destOrd="0" presId="urn:microsoft.com/office/officeart/2008/layout/CircularPictureCallout"/>
    <dgm:cxn modelId="{06B325BC-364D-4496-AE65-617A7569D218}" type="presParOf" srcId="{0CF15689-38CB-472A-8FAF-9D8DED48C6B6}" destId="{CCCE4E94-4DDA-4063-BCE9-1DC41C661104}" srcOrd="0" destOrd="0" presId="urn:microsoft.com/office/officeart/2008/layout/CircularPictureCallout"/>
    <dgm:cxn modelId="{4370E921-4914-470D-BA88-65D3903FA0F1}" type="presParOf" srcId="{CCCE4E94-4DDA-4063-BCE9-1DC41C661104}" destId="{ED40983D-7C56-4C94-B98B-07D4D07C8E8B}" srcOrd="0" destOrd="0" presId="urn:microsoft.com/office/officeart/2008/layout/CircularPictureCallout"/>
    <dgm:cxn modelId="{2FA4EEC3-91AD-4BD2-BC74-57FC49024A69}" type="presParOf" srcId="{ED40983D-7C56-4C94-B98B-07D4D07C8E8B}" destId="{B2697711-38C1-4349-BB10-E3C80E4D0F0E}" srcOrd="0" destOrd="0" presId="urn:microsoft.com/office/officeart/2008/layout/CircularPictureCallout"/>
    <dgm:cxn modelId="{515B5B51-85DB-4E6F-B749-C4CB66EC4B82}" type="presParOf" srcId="{CCCE4E94-4DDA-4063-BCE9-1DC41C661104}" destId="{8B2BDA9C-ACC5-4674-9FD1-D55D7E733B26}" srcOrd="1" destOrd="0" presId="urn:microsoft.com/office/officeart/2008/layout/CircularPictureCallou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94C25B2-C753-456B-9834-A661F1DAD505}" type="doc">
      <dgm:prSet loTypeId="urn:microsoft.com/office/officeart/2008/layout/CaptionedPictures" loCatId="picture" qsTypeId="urn:microsoft.com/office/officeart/2005/8/quickstyle/simple1" qsCatId="simple" csTypeId="urn:microsoft.com/office/officeart/2005/8/colors/accent1_2" csCatId="accent1" phldr="1"/>
      <dgm:spPr/>
      <dgm:t>
        <a:bodyPr/>
        <a:lstStyle/>
        <a:p>
          <a:endParaRPr lang="en-IN"/>
        </a:p>
      </dgm:t>
    </dgm:pt>
    <dgm:pt modelId="{68399AF7-0DB7-4349-8E20-D52E5135A7AA}">
      <dgm:prSet phldrT="[Text]" phldr="1"/>
      <dgm:spPr/>
      <dgm:t>
        <a:bodyPr/>
        <a:lstStyle/>
        <a:p>
          <a:endParaRPr lang="en-IN" dirty="0"/>
        </a:p>
      </dgm:t>
    </dgm:pt>
    <dgm:pt modelId="{D2294754-28EE-4D8A-9F78-596A70E1F2DE}" type="sibTrans" cxnId="{83C726BB-2028-46CC-BDD3-EE05FEFD5DF1}">
      <dgm:prSet/>
      <dgm:spPr/>
      <dgm:t>
        <a:bodyPr/>
        <a:lstStyle/>
        <a:p>
          <a:endParaRPr lang="en-IN"/>
        </a:p>
      </dgm:t>
    </dgm:pt>
    <dgm:pt modelId="{4D43DC7A-0821-4CF0-A383-DC1857F0888C}" type="parTrans" cxnId="{83C726BB-2028-46CC-BDD3-EE05FEFD5DF1}">
      <dgm:prSet/>
      <dgm:spPr/>
      <dgm:t>
        <a:bodyPr/>
        <a:lstStyle/>
        <a:p>
          <a:endParaRPr lang="en-IN"/>
        </a:p>
      </dgm:t>
    </dgm:pt>
    <dgm:pt modelId="{82349188-8BCE-4C8C-9AA6-BD2B1D332AD7}" type="pres">
      <dgm:prSet presAssocID="{094C25B2-C753-456B-9834-A661F1DAD505}" presName="Name0" presStyleCnt="0">
        <dgm:presLayoutVars>
          <dgm:chMax/>
          <dgm:chPref/>
          <dgm:dir/>
        </dgm:presLayoutVars>
      </dgm:prSet>
      <dgm:spPr/>
    </dgm:pt>
    <dgm:pt modelId="{16AE93F6-0A7C-47BD-ADE2-9B66FAC8A0D2}" type="pres">
      <dgm:prSet presAssocID="{68399AF7-0DB7-4349-8E20-D52E5135A7AA}" presName="composite" presStyleCnt="0">
        <dgm:presLayoutVars>
          <dgm:chMax val="1"/>
          <dgm:chPref val="1"/>
        </dgm:presLayoutVars>
      </dgm:prSet>
      <dgm:spPr/>
    </dgm:pt>
    <dgm:pt modelId="{F36ED05B-8012-4B62-BD5F-2F793CDD8465}" type="pres">
      <dgm:prSet presAssocID="{68399AF7-0DB7-4349-8E20-D52E5135A7AA}" presName="Accent" presStyleLbl="trAlignAcc1" presStyleIdx="0" presStyleCnt="1" custScaleX="81549" custScaleY="58385" custLinFactNeighborX="9122" custLinFactNeighborY="-8578">
        <dgm:presLayoutVars>
          <dgm:chMax val="0"/>
          <dgm:chPref val="0"/>
        </dgm:presLayoutVars>
      </dgm:prSet>
      <dgm:spPr/>
    </dgm:pt>
    <dgm:pt modelId="{ED9990D4-87A9-427A-B064-F278232BCD47}" type="pres">
      <dgm:prSet presAssocID="{68399AF7-0DB7-4349-8E20-D52E5135A7AA}" presName="Image" presStyleLbl="alignImgPlace1" presStyleIdx="0" presStyleCnt="1" custLinFactNeighborX="5556" custLinFactNeighborY="3597">
        <dgm:presLayoutVars>
          <dgm:chMax val="0"/>
          <dgm:chPref val="0"/>
        </dgm:presLayoutVars>
      </dgm:prSet>
      <dgm:spPr>
        <a:blipFill>
          <a:blip xmlns:r="http://schemas.openxmlformats.org/officeDocument/2006/relationships" r:embed="rId1">
            <a:extLst>
              <a:ext uri="{28A0092B-C50C-407E-A947-70E740481C1C}">
                <a14:useLocalDpi xmlns:a14="http://schemas.microsoft.com/office/drawing/2010/main" val="0"/>
              </a:ext>
            </a:extLst>
          </a:blip>
          <a:srcRect/>
          <a:stretch>
            <a:fillRect l="-7000" r="-7000"/>
          </a:stretch>
        </a:blipFill>
        <a:ln>
          <a:solidFill>
            <a:srgbClr val="FFFF00"/>
          </a:solidFill>
        </a:ln>
        <a:effectLst>
          <a:glow rad="63500">
            <a:schemeClr val="accent3">
              <a:satMod val="175000"/>
              <a:alpha val="40000"/>
            </a:schemeClr>
          </a:glow>
          <a:softEdge rad="12700"/>
        </a:effectLst>
        <a:scene3d>
          <a:camera prst="perspectiveLeft"/>
          <a:lightRig rig="threePt" dir="t"/>
        </a:scene3d>
        <a:sp3d>
          <a:bevelT prst="relaxedInset"/>
        </a:sp3d>
      </dgm:spPr>
      <dgm:extLst>
        <a:ext uri="{E40237B7-FDA0-4F09-8148-C483321AD2D9}">
          <dgm14:cNvPr xmlns:dgm14="http://schemas.microsoft.com/office/drawing/2010/diagram" id="0" name="" descr="Keoladeo National Park Photos, Bharatpur Ho, Bharatpur- Pictures &amp; Images  Gallery - Justdial">
            <a:extLst>
              <a:ext uri="{FF2B5EF4-FFF2-40B4-BE49-F238E27FC236}">
                <a16:creationId xmlns:a16="http://schemas.microsoft.com/office/drawing/2014/main" id="{285E9CBF-7632-A32C-ED0C-F095155C1C3C}"/>
              </a:ext>
            </a:extLst>
          </dgm14:cNvPr>
        </a:ext>
      </dgm:extLst>
    </dgm:pt>
    <dgm:pt modelId="{B57CF087-8CF7-4E2A-B893-9EE081CABB00}" type="pres">
      <dgm:prSet presAssocID="{68399AF7-0DB7-4349-8E20-D52E5135A7AA}" presName="ChildComposite" presStyleCnt="0"/>
      <dgm:spPr/>
    </dgm:pt>
    <dgm:pt modelId="{F9F25926-9A1D-4F49-9EAA-86F2EBBA39A0}" type="pres">
      <dgm:prSet presAssocID="{68399AF7-0DB7-4349-8E20-D52E5135A7AA}" presName="Child" presStyleLbl="node1" presStyleIdx="0" presStyleCnt="0">
        <dgm:presLayoutVars>
          <dgm:chMax val="0"/>
          <dgm:chPref val="0"/>
          <dgm:bulletEnabled val="1"/>
        </dgm:presLayoutVars>
      </dgm:prSet>
      <dgm:spPr/>
    </dgm:pt>
    <dgm:pt modelId="{038C6448-516F-441F-BAF1-D06990470F67}" type="pres">
      <dgm:prSet presAssocID="{68399AF7-0DB7-4349-8E20-D52E5135A7AA}" presName="Parent" presStyleLbl="revTx" presStyleIdx="0" presStyleCnt="1" custFlipVert="1" custFlipHor="1" custScaleX="11421" custScaleY="10800" custLinFactX="-34114" custLinFactY="-100000" custLinFactNeighborX="-100000" custLinFactNeighborY="-195900">
        <dgm:presLayoutVars>
          <dgm:chMax val="1"/>
          <dgm:chPref val="0"/>
          <dgm:bulletEnabled val="1"/>
        </dgm:presLayoutVars>
      </dgm:prSet>
      <dgm:spPr/>
    </dgm:pt>
  </dgm:ptLst>
  <dgm:cxnLst>
    <dgm:cxn modelId="{24B33A7B-879A-44BB-BFB3-D17AE352768C}" type="presOf" srcId="{68399AF7-0DB7-4349-8E20-D52E5135A7AA}" destId="{038C6448-516F-441F-BAF1-D06990470F67}" srcOrd="0" destOrd="0" presId="urn:microsoft.com/office/officeart/2008/layout/CaptionedPictures"/>
    <dgm:cxn modelId="{83C726BB-2028-46CC-BDD3-EE05FEFD5DF1}" srcId="{094C25B2-C753-456B-9834-A661F1DAD505}" destId="{68399AF7-0DB7-4349-8E20-D52E5135A7AA}" srcOrd="0" destOrd="0" parTransId="{4D43DC7A-0821-4CF0-A383-DC1857F0888C}" sibTransId="{D2294754-28EE-4D8A-9F78-596A70E1F2DE}"/>
    <dgm:cxn modelId="{C509D4E1-0F26-40B4-9B42-66CD4584EFBC}" type="presOf" srcId="{094C25B2-C753-456B-9834-A661F1DAD505}" destId="{82349188-8BCE-4C8C-9AA6-BD2B1D332AD7}" srcOrd="0" destOrd="0" presId="urn:microsoft.com/office/officeart/2008/layout/CaptionedPictures"/>
    <dgm:cxn modelId="{B6AB1475-48EC-4C7C-B7EE-DB5E93B9E4B8}" type="presParOf" srcId="{82349188-8BCE-4C8C-9AA6-BD2B1D332AD7}" destId="{16AE93F6-0A7C-47BD-ADE2-9B66FAC8A0D2}" srcOrd="0" destOrd="0" presId="urn:microsoft.com/office/officeart/2008/layout/CaptionedPictures"/>
    <dgm:cxn modelId="{95547E6D-1B73-45FF-918F-0C944C332CCF}" type="presParOf" srcId="{16AE93F6-0A7C-47BD-ADE2-9B66FAC8A0D2}" destId="{F36ED05B-8012-4B62-BD5F-2F793CDD8465}" srcOrd="0" destOrd="0" presId="urn:microsoft.com/office/officeart/2008/layout/CaptionedPictures"/>
    <dgm:cxn modelId="{CE509F5A-B059-4978-81B4-7873750C3379}" type="presParOf" srcId="{16AE93F6-0A7C-47BD-ADE2-9B66FAC8A0D2}" destId="{ED9990D4-87A9-427A-B064-F278232BCD47}" srcOrd="1" destOrd="0" presId="urn:microsoft.com/office/officeart/2008/layout/CaptionedPictures"/>
    <dgm:cxn modelId="{5D2B5F9C-2A42-48E8-A97D-B12B52226476}" type="presParOf" srcId="{16AE93F6-0A7C-47BD-ADE2-9B66FAC8A0D2}" destId="{B57CF087-8CF7-4E2A-B893-9EE081CABB00}" srcOrd="2" destOrd="0" presId="urn:microsoft.com/office/officeart/2008/layout/CaptionedPictures"/>
    <dgm:cxn modelId="{B0F46180-C94B-4C1A-AEFD-5FE17933A161}" type="presParOf" srcId="{B57CF087-8CF7-4E2A-B893-9EE081CABB00}" destId="{F9F25926-9A1D-4F49-9EAA-86F2EBBA39A0}" srcOrd="0" destOrd="0" presId="urn:microsoft.com/office/officeart/2008/layout/CaptionedPictures"/>
    <dgm:cxn modelId="{60C70C34-CF2F-418C-B443-DC11D4294546}" type="presParOf" srcId="{B57CF087-8CF7-4E2A-B893-9EE081CABB00}" destId="{038C6448-516F-441F-BAF1-D06990470F67}" srcOrd="1" destOrd="0" presId="urn:microsoft.com/office/officeart/2008/layout/CaptionedPicture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6C8549-9248-4018-A190-1BBCD8436AB4}">
      <dsp:nvSpPr>
        <dsp:cNvPr id="0" name=""/>
        <dsp:cNvSpPr/>
      </dsp:nvSpPr>
      <dsp:spPr>
        <a:xfrm>
          <a:off x="730830" y="477556"/>
          <a:ext cx="7546848" cy="5370421"/>
        </a:xfrm>
        <a:prstGeom prst="frame">
          <a:avLst>
            <a:gd name="adj1" fmla="val 5450"/>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C2EE92-E5EA-408F-8F43-94E0E86056B9}">
      <dsp:nvSpPr>
        <dsp:cNvPr id="0" name=""/>
        <dsp:cNvSpPr/>
      </dsp:nvSpPr>
      <dsp:spPr>
        <a:xfrm>
          <a:off x="1284286" y="396951"/>
          <a:ext cx="7256678" cy="507994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1000" b="-1000"/>
          </a:stretch>
        </a:blipFill>
        <a:ln w="12700" cap="flat" cmpd="sng" algn="ctr">
          <a:solidFill>
            <a:schemeClr val="tx1">
              <a:lumMod val="95000"/>
              <a:lumOff val="5000"/>
            </a:schemeClr>
          </a:solidFill>
          <a:prstDash val="solid"/>
        </a:ln>
        <a:effectLst>
          <a:glow rad="228600">
            <a:schemeClr val="accent5">
              <a:satMod val="175000"/>
              <a:alpha val="40000"/>
            </a:schemeClr>
          </a:glow>
          <a:outerShdw blurRad="50800" dist="38100" dir="2700000" algn="tl" rotWithShape="0">
            <a:prstClr val="black">
              <a:alpha val="40000"/>
            </a:prstClr>
          </a:outerShdw>
          <a:softEdge rad="12700"/>
        </a:effectLst>
        <a:scene3d>
          <a:camera prst="orthographicFront"/>
          <a:lightRig rig="threePt" dir="t"/>
        </a:scene3d>
        <a:sp3d>
          <a:bevelT w="139700" h="139700" prst="divot"/>
        </a:sp3d>
      </dsp:spPr>
      <dsp:style>
        <a:lnRef idx="2">
          <a:scrgbClr r="0" g="0" b="0"/>
        </a:lnRef>
        <a:fillRef idx="1">
          <a:scrgbClr r="0" g="0" b="0"/>
        </a:fillRef>
        <a:effectRef idx="0">
          <a:scrgbClr r="0" g="0" b="0"/>
        </a:effectRef>
        <a:fontRef idx="minor"/>
      </dsp:style>
    </dsp:sp>
    <dsp:sp modelId="{14C33F2C-E90E-4D44-A255-5F50B6DC86E3}">
      <dsp:nvSpPr>
        <dsp:cNvPr id="0" name=""/>
        <dsp:cNvSpPr/>
      </dsp:nvSpPr>
      <dsp:spPr>
        <a:xfrm>
          <a:off x="2178698" y="5267081"/>
          <a:ext cx="6899464" cy="954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5280" tIns="125730" rIns="335280" bIns="125730" numCol="1" spcCol="1270" anchor="ctr" anchorCtr="0">
          <a:noAutofit/>
        </a:bodyPr>
        <a:lstStyle/>
        <a:p>
          <a:pPr marL="0" lvl="0" indent="0" algn="l" defTabSz="1466850">
            <a:lnSpc>
              <a:spcPct val="90000"/>
            </a:lnSpc>
            <a:spcBef>
              <a:spcPct val="0"/>
            </a:spcBef>
            <a:spcAft>
              <a:spcPct val="35000"/>
            </a:spcAft>
            <a:buNone/>
          </a:pPr>
          <a:r>
            <a:rPr lang="en-US" sz="3300" kern="1200" dirty="0"/>
            <a:t>      “</a:t>
          </a:r>
          <a:r>
            <a:rPr lang="en-US" sz="3300" b="1" kern="1200" dirty="0">
              <a:solidFill>
                <a:schemeClr val="accent1">
                  <a:lumMod val="50000"/>
                </a:schemeClr>
              </a:solidFill>
            </a:rPr>
            <a:t>BIRD SANCTUARY SYSTEM</a:t>
          </a:r>
          <a:r>
            <a:rPr lang="en-US" sz="3300" kern="1200" dirty="0"/>
            <a:t>”</a:t>
          </a:r>
          <a:endParaRPr lang="en-IN" sz="3300" kern="1200" dirty="0"/>
        </a:p>
      </dsp:txBody>
      <dsp:txXfrm>
        <a:off x="2178698" y="5267081"/>
        <a:ext cx="6899464" cy="954044"/>
      </dsp:txXfrm>
    </dsp:sp>
    <dsp:sp modelId="{7D50C702-B3B1-4514-977F-82697137C6F0}">
      <dsp:nvSpPr>
        <dsp:cNvPr id="0" name=""/>
        <dsp:cNvSpPr/>
      </dsp:nvSpPr>
      <dsp:spPr>
        <a:xfrm>
          <a:off x="8144256" y="863098"/>
          <a:ext cx="3450336" cy="5370421"/>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697711-38C1-4349-BB10-E3C80E4D0F0E}">
      <dsp:nvSpPr>
        <dsp:cNvPr id="0" name=""/>
        <dsp:cNvSpPr/>
      </dsp:nvSpPr>
      <dsp:spPr>
        <a:xfrm>
          <a:off x="1255004" y="1956412"/>
          <a:ext cx="2510009" cy="2510009"/>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39000" r="-39000"/>
          </a:stretch>
        </a:blipFill>
        <a:ln>
          <a:noFill/>
        </a:ln>
        <a:effectLst>
          <a:glow rad="63500">
            <a:schemeClr val="accent1">
              <a:satMod val="175000"/>
              <a:alpha val="40000"/>
            </a:schemeClr>
          </a:glow>
          <a:innerShdw blurRad="63500" dist="50800" dir="5400000">
            <a:prstClr val="black">
              <a:alpha val="50000"/>
            </a:prstClr>
          </a:innerShdw>
          <a:reflection blurRad="6350" stA="52000" endA="300" endPos="35000" dir="5400000" sy="-100000" algn="bl" rotWithShape="0"/>
        </a:effectLst>
        <a:scene3d>
          <a:camera prst="orthographicFront"/>
          <a:lightRig rig="threePt" dir="t"/>
        </a:scene3d>
        <a:sp3d>
          <a:bevelT/>
        </a:sp3d>
      </dsp:spPr>
      <dsp:style>
        <a:lnRef idx="0">
          <a:scrgbClr r="0" g="0" b="0"/>
        </a:lnRef>
        <a:fillRef idx="1">
          <a:scrgbClr r="0" g="0" b="0"/>
        </a:fillRef>
        <a:effectRef idx="3">
          <a:scrgbClr r="0" g="0" b="0"/>
        </a:effectRef>
        <a:fontRef idx="minor"/>
      </dsp:style>
    </dsp:sp>
    <dsp:sp modelId="{8B2BDA9C-ACC5-4674-9FD1-D55D7E733B26}">
      <dsp:nvSpPr>
        <dsp:cNvPr id="0" name=""/>
        <dsp:cNvSpPr/>
      </dsp:nvSpPr>
      <dsp:spPr>
        <a:xfrm>
          <a:off x="3303325" y="4271122"/>
          <a:ext cx="1477395" cy="335114"/>
        </a:xfrm>
        <a:prstGeom prst="rect">
          <a:avLst/>
        </a:prstGeom>
        <a:no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b" anchorCtr="0">
          <a:noAutofit/>
        </a:bodyPr>
        <a:lstStyle/>
        <a:p>
          <a:pPr marL="0" lvl="0" indent="0" algn="ctr" defTabSz="1022350">
            <a:lnSpc>
              <a:spcPct val="90000"/>
            </a:lnSpc>
            <a:spcBef>
              <a:spcPct val="0"/>
            </a:spcBef>
            <a:spcAft>
              <a:spcPct val="35000"/>
            </a:spcAft>
            <a:buNone/>
          </a:pPr>
          <a:r>
            <a:rPr lang="en-US" sz="2300" kern="1200" dirty="0">
              <a:solidFill>
                <a:schemeClr val="bg2">
                  <a:lumMod val="25000"/>
                </a:schemeClr>
              </a:solidFill>
            </a:rPr>
            <a:t>Kalarava</a:t>
          </a:r>
          <a:endParaRPr lang="en-IN" sz="2300" kern="1200" dirty="0">
            <a:solidFill>
              <a:schemeClr val="bg2">
                <a:lumMod val="25000"/>
              </a:schemeClr>
            </a:solidFill>
          </a:endParaRPr>
        </a:p>
      </dsp:txBody>
      <dsp:txXfrm>
        <a:off x="3303325" y="4271122"/>
        <a:ext cx="1477395" cy="3351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6ED05B-8012-4B62-BD5F-2F793CDD8465}">
      <dsp:nvSpPr>
        <dsp:cNvPr id="0" name=""/>
        <dsp:cNvSpPr/>
      </dsp:nvSpPr>
      <dsp:spPr>
        <a:xfrm>
          <a:off x="819813" y="1053199"/>
          <a:ext cx="3643819" cy="3069167"/>
        </a:xfrm>
        <a:prstGeom prst="rect">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D9990D4-87A9-427A-B064-F278232BCD47}">
      <dsp:nvSpPr>
        <dsp:cNvPr id="0" name=""/>
        <dsp:cNvSpPr/>
      </dsp:nvSpPr>
      <dsp:spPr>
        <a:xfrm>
          <a:off x="446825" y="743499"/>
          <a:ext cx="4021432" cy="341690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7000" r="-7000"/>
          </a:stretch>
        </a:blipFill>
        <a:ln w="12700" cap="flat" cmpd="sng" algn="ctr">
          <a:solidFill>
            <a:srgbClr val="FFFF00"/>
          </a:solidFill>
          <a:prstDash val="solid"/>
        </a:ln>
        <a:effectLst>
          <a:glow rad="63500">
            <a:schemeClr val="accent3">
              <a:satMod val="175000"/>
              <a:alpha val="40000"/>
            </a:schemeClr>
          </a:glow>
          <a:softEdge rad="12700"/>
        </a:effectLst>
        <a:scene3d>
          <a:camera prst="perspectiveLeft"/>
          <a:lightRig rig="threePt" dir="t"/>
        </a:scene3d>
        <a:sp3d>
          <a:bevelT prst="relaxedInset"/>
        </a:sp3d>
      </dsp:spPr>
      <dsp:style>
        <a:lnRef idx="2">
          <a:scrgbClr r="0" g="0" b="0"/>
        </a:lnRef>
        <a:fillRef idx="1">
          <a:scrgbClr r="0" g="0" b="0"/>
        </a:fillRef>
        <a:effectRef idx="0">
          <a:scrgbClr r="0" g="0" b="0"/>
        </a:effectRef>
        <a:fontRef idx="minor"/>
      </dsp:style>
    </dsp:sp>
    <dsp:sp modelId="{038C6448-516F-441F-BAF1-D06990470F67}">
      <dsp:nvSpPr>
        <dsp:cNvPr id="0" name=""/>
        <dsp:cNvSpPr/>
      </dsp:nvSpPr>
      <dsp:spPr>
        <a:xfrm flipH="1" flipV="1">
          <a:off x="0" y="470722"/>
          <a:ext cx="459287" cy="153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endParaRPr lang="en-IN" sz="700" kern="1200" dirty="0"/>
        </a:p>
      </dsp:txBody>
      <dsp:txXfrm rot="10800000">
        <a:off x="0" y="470722"/>
        <a:ext cx="459287" cy="153287"/>
      </dsp:txXfrm>
    </dsp:sp>
  </dsp:spTree>
</dsp:drawing>
</file>

<file path=ppt/diagrams/layout1.xml><?xml version="1.0" encoding="utf-8"?>
<dgm:layoutDef xmlns:dgm="http://schemas.openxmlformats.org/drawingml/2006/diagram" xmlns:a="http://schemas.openxmlformats.org/drawingml/2006/main" uniqueId="urn:microsoft.com/office/officeart/2009/3/layout/SnapshotPictureList">
  <dgm:title val=""/>
  <dgm:desc val=""/>
  <dgm:catLst>
    <dgm:cat type="picture" pri="3000"/>
    <dgm:cat type="pictureconvert" pri="3000"/>
  </dgm:catLst>
  <dgm:samp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ampData>
  <dgm:style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tyleData>
  <dgm:clr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clrData>
  <dgm:layoutNode name="Name0">
    <dgm:varLst>
      <dgm:chMax/>
      <dgm:chPref/>
      <dgm:dir/>
      <dgm:animLvl val="lvl"/>
    </dgm:varLst>
    <dgm:alg type="snake">
      <dgm:param type="grDir" val="tL"/>
      <dgm:param type="flowDir" val="col"/>
    </dgm:alg>
    <dgm:shape xmlns:r="http://schemas.openxmlformats.org/officeDocument/2006/relationships" r:blip="">
      <dgm:adjLst/>
    </dgm:shape>
    <dgm:constrLst>
      <dgm:constr type="primFontSz" for="des" forName="ChildText" refType="primFontSz" refFor="des" refForName="ParentText" op="lte"/>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2.0273"/>
        </dgm:alg>
        <dgm:shape xmlns:r="http://schemas.openxmlformats.org/officeDocument/2006/relationships" r:blip="">
          <dgm:adjLst/>
        </dgm:shape>
        <dgm:choose name="Name1">
          <dgm:if name="Name2" func="var" arg="dir" op="equ" val="norm">
            <dgm:constrLst>
              <dgm:constr type="l" for="ch" forName="ParentAccentShape" refType="w" fact="0.0238"/>
              <dgm:constr type="t" for="ch" forName="ParentAccentShape" refType="h" fact="0.107"/>
              <dgm:constr type="w" for="ch" forName="ParentAccentShape" refType="w" fact="0.619"/>
              <dgm:constr type="h" for="ch" forName="ParentAccentShape" refType="h" fact="0.893"/>
              <dgm:constr type="l" for="ch" forName="ParentText" refType="w" fact="0.048"/>
              <dgm:constr type="t" for="ch" forName="ParentText" refType="h" fact="0.845"/>
              <dgm:constr type="w" for="ch" forName="ParentText" refType="w" fact="0.571"/>
              <dgm:constr type="h" for="ch" forName="ParentText" refType="h" fact="0.106"/>
              <dgm:constr type="l" for="ch" forName="ChildText" refType="w" fact="0.668"/>
              <dgm:constr type="t" for="ch" forName="ChildText" refType="h" fact="0.107"/>
              <dgm:constr type="w" for="ch" forName="ChildText" refType="w" fact="0.283"/>
              <dgm:constr type="h" for="ch" forName="ChildText" refType="h" fact="0.893"/>
              <dgm:constr type="l" for="ch" forName="ChildAccentShape" refType="w" fact="0.9762"/>
              <dgm:constr type="t" for="ch" forName="ChildAccentShape" refType="h" fact="0.107"/>
              <dgm:constr type="w" for="ch" forName="ChildAccentShape" refType="w" fact="0.0238"/>
              <dgm:constr type="h" for="ch" forName="ChildAccentShape" refType="h" fact="0.893"/>
              <dgm:constr type="l" for="ch" forName="Image" refType="w" fact="0"/>
              <dgm:constr type="t" for="ch" forName="Image" refType="h" fact="0"/>
              <dgm:constr type="w" for="ch" forName="Image" refType="w" fact="0.5952"/>
              <dgm:constr type="h" for="ch" forName="Image" refType="h" fact="0.8447"/>
            </dgm:constrLst>
          </dgm:if>
          <dgm:else name="Name3">
            <dgm:constrLst>
              <dgm:constr type="l" for="ch" forName="ParentAccentShape" refType="w" fact="0.3572"/>
              <dgm:constr type="t" for="ch" forName="ParentAccentShape" refType="h" fact="0.107"/>
              <dgm:constr type="w" for="ch" forName="ParentAccentShape" refType="w" fact="0.619"/>
              <dgm:constr type="h" for="ch" forName="ParentAccentShape" refType="h" fact="0.893"/>
              <dgm:constr type="l" for="ch" forName="ParentText" refType="w" fact="0.381"/>
              <dgm:constr type="t" for="ch" forName="ParentText" refType="h" fact="0.845"/>
              <dgm:constr type="w" for="ch" forName="ParentText" refType="w" fact="0.571"/>
              <dgm:constr type="h" for="ch" forName="ParentText" refType="h" fact="0.106"/>
              <dgm:constr type="l" for="ch" forName="ChildText" refType="w" fact="0.049"/>
              <dgm:constr type="t" for="ch" forName="ChildText" refType="h" fact="0.107"/>
              <dgm:constr type="w" for="ch" forName="ChildText" refType="w" fact="0.283"/>
              <dgm:constr type="h" for="ch" forName="ChildText" refType="h" fact="0.893"/>
              <dgm:constr type="l" for="ch" forName="ChildAccentShape" refType="w" fact="0"/>
              <dgm:constr type="t" for="ch" forName="ChildAccentShape" refType="h" fact="0.107"/>
              <dgm:constr type="w" for="ch" forName="ChildAccentShape" refType="w" fact="0.0238"/>
              <dgm:constr type="h" for="ch" forName="ChildAccentShape" refType="h" fact="0.893"/>
              <dgm:constr type="l" for="ch" forName="Image" refType="w" fact="0.4048"/>
              <dgm:constr type="t" for="ch" forName="Image" refType="h" fact="0"/>
              <dgm:constr type="w" for="ch" forName="Image" refType="w" fact="0.5952"/>
              <dgm:constr type="h" for="ch" forName="Image" refType="h" fact="0.8447"/>
            </dgm:constrLst>
          </dgm:else>
        </dgm:choose>
        <dgm:layoutNode name="ParentAccentShape" styleLbl="trBgShp">
          <dgm:alg type="sp"/>
          <dgm:shape xmlns:r="http://schemas.openxmlformats.org/officeDocument/2006/relationships" type="frame" r:blip="" zOrderOff="-10">
            <dgm:adjLst>
              <dgm:adj idx="1" val="0.0545"/>
            </dgm:adjLst>
          </dgm:shape>
          <dgm:presOf/>
        </dgm:layoutNode>
        <dgm:layoutNode name="ParentText" styleLbl="revTx">
          <dgm:varLst>
            <dgm:chMax val="1"/>
            <dgm:chPref val="1"/>
            <dgm:bulletEnabled val="1"/>
          </dgm:varLst>
          <dgm:alg type="tx">
            <dgm:param type="parTxLTRAlign" val="l"/>
          </dgm:alg>
          <dgm:shape xmlns:r="http://schemas.openxmlformats.org/officeDocument/2006/relationships" type="rect" r:blip="" zOrderOff="10">
            <dgm:adjLst/>
          </dgm:shape>
          <dgm:presOf axis="self" ptType="node"/>
          <dgm:constrLst>
            <dgm:constr type="lMarg" refType="primFontSz" fact="0.8"/>
            <dgm:constr type="rMarg" refType="primFontSz" fact="0.8"/>
            <dgm:constr type="tMarg" refType="primFontSz" fact="0.3"/>
            <dgm:constr type="bMarg" refType="primFontSz" fact="0.3"/>
          </dgm:constrLst>
          <dgm:ruleLst>
            <dgm:rule type="primFontSz" val="5" fact="NaN" max="NaN"/>
          </dgm:ruleLst>
        </dgm:layoutNode>
        <dgm:layoutNode name="ChildText" styleLbl="revTx">
          <dgm:varLst>
            <dgm:chMax val="0"/>
            <dgm:chPref val="0"/>
          </dgm:varLst>
          <dgm:alg type="tx">
            <dgm:param type="parTxLTRAlign" val="l"/>
            <dgm:param type="txAnchorVert" val="t"/>
          </dgm:alg>
          <dgm:shape xmlns:r="http://schemas.openxmlformats.org/officeDocument/2006/relationships" type="rect" r:blip="" zOrderOff="10">
            <dgm:adjLst/>
          </dgm:shape>
          <dgm:choose name="Name4">
            <dgm:if name="Name5" axis="ch" ptType="node" func="cnt" op="gte" val="1">
              <dgm:presOf axis="des" ptType="node"/>
            </dgm:if>
            <dgm:else name="Name6">
              <dgm:presOf/>
            </dgm:else>
          </dgm:choos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name="ChildAccentShape" styleLbl="trBgShp">
          <dgm:alg type="sp"/>
          <dgm:choose name="Name7">
            <dgm:if name="Name8" axis="ch" ptType="node" func="cnt" op="gte" val="1">
              <dgm:shape xmlns:r="http://schemas.openxmlformats.org/officeDocument/2006/relationships" type="rect" r:blip="" zOrderOff="-10">
                <dgm:adjLst/>
              </dgm:shape>
            </dgm:if>
            <dgm:else name="Name9">
              <dgm:shape xmlns:r="http://schemas.openxmlformats.org/officeDocument/2006/relationships" type="rect" r:blip="" hideGeom="1">
                <dgm:adjLst/>
              </dgm:shape>
            </dgm:else>
          </dgm:choose>
          <dgm:presOf/>
        </dgm:layoutNode>
        <dgm:layoutNode name="Image" styleLbl="align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 val="mid"/>
                  <dgm:param type="txAnchorVertCh" val="mid"/>
                </dgm:alg>
              </dgm:if>
              <dgm:else name="Name9">
                <dgm:alg type="tx">
                  <dgm:param type="parTxLTRAlign" val="ctr"/>
                  <dgm:param type="parTxRTLAlign" val="ctr"/>
                  <dgm:param type="shpTxLTRAlignCh" val="l"/>
                  <dgm:param type="shpTxRTLAlignCh" val="r"/>
                  <dgm:param type="txAnchorVert" val="mid"/>
                  <dgm:param type="txAnchorVertCh"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6001C2F8-26D9-482D-964F-E87B1E0FB3D7}" type="datetimeFigureOut">
              <a:rPr lang="en-IN" smtClean="0"/>
              <a:t>20-07-2023</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F857F098-37D7-4E75-971A-4811082CC6D6}" type="slidenum">
              <a:rPr lang="en-IN" smtClean="0"/>
              <a:t>‹#›</a:t>
            </a:fld>
            <a:endParaRPr lang="en-IN"/>
          </a:p>
        </p:txBody>
      </p:sp>
    </p:spTree>
    <p:extLst>
      <p:ext uri="{BB962C8B-B14F-4D97-AF65-F5344CB8AC3E}">
        <p14:creationId xmlns:p14="http://schemas.microsoft.com/office/powerpoint/2010/main" val="28285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001C2F8-26D9-482D-964F-E87B1E0FB3D7}" type="datetimeFigureOut">
              <a:rPr lang="en-IN" smtClean="0"/>
              <a:t>20-07-2023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57F098-37D7-4E75-971A-4811082CC6D6}" type="slidenum">
              <a:rPr lang="en-IN" smtClean="0"/>
              <a:t>‹#›</a:t>
            </a:fld>
            <a:endParaRPr lang="en-IN"/>
          </a:p>
        </p:txBody>
      </p:sp>
    </p:spTree>
    <p:extLst>
      <p:ext uri="{BB962C8B-B14F-4D97-AF65-F5344CB8AC3E}">
        <p14:creationId xmlns:p14="http://schemas.microsoft.com/office/powerpoint/2010/main" val="1859305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6001C2F8-26D9-482D-964F-E87B1E0FB3D7}" type="datetimeFigureOut">
              <a:rPr lang="en-IN" smtClean="0"/>
              <a:t>20-07-2023</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F857F098-37D7-4E75-971A-4811082CC6D6}" type="slidenum">
              <a:rPr lang="en-IN" smtClean="0"/>
              <a:t>‹#›</a:t>
            </a:fld>
            <a:endParaRPr lang="en-IN"/>
          </a:p>
        </p:txBody>
      </p:sp>
    </p:spTree>
    <p:extLst>
      <p:ext uri="{BB962C8B-B14F-4D97-AF65-F5344CB8AC3E}">
        <p14:creationId xmlns:p14="http://schemas.microsoft.com/office/powerpoint/2010/main" val="557759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001C2F8-26D9-482D-964F-E87B1E0FB3D7}" type="datetimeFigureOut">
              <a:rPr lang="en-IN" smtClean="0"/>
              <a:t>20-07-2023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57F098-37D7-4E75-971A-4811082CC6D6}" type="slidenum">
              <a:rPr lang="en-IN" smtClean="0"/>
              <a:t>‹#›</a:t>
            </a:fld>
            <a:endParaRPr lang="en-IN"/>
          </a:p>
        </p:txBody>
      </p:sp>
    </p:spTree>
    <p:extLst>
      <p:ext uri="{BB962C8B-B14F-4D97-AF65-F5344CB8AC3E}">
        <p14:creationId xmlns:p14="http://schemas.microsoft.com/office/powerpoint/2010/main" val="456461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001C2F8-26D9-482D-964F-E87B1E0FB3D7}" type="datetimeFigureOut">
              <a:rPr lang="en-IN" smtClean="0"/>
              <a:t>20-07-2023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57F098-37D7-4E75-971A-4811082CC6D6}" type="slidenum">
              <a:rPr lang="en-IN" smtClean="0"/>
              <a:t>‹#›</a:t>
            </a:fld>
            <a:endParaRPr lang="en-IN"/>
          </a:p>
        </p:txBody>
      </p:sp>
    </p:spTree>
    <p:extLst>
      <p:ext uri="{BB962C8B-B14F-4D97-AF65-F5344CB8AC3E}">
        <p14:creationId xmlns:p14="http://schemas.microsoft.com/office/powerpoint/2010/main" val="169076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001C2F8-26D9-482D-964F-E87B1E0FB3D7}" type="datetimeFigureOut">
              <a:rPr lang="en-IN" smtClean="0"/>
              <a:t>20-07-2023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57F098-37D7-4E75-971A-4811082CC6D6}" type="slidenum">
              <a:rPr lang="en-IN" smtClean="0"/>
              <a:t>‹#›</a:t>
            </a:fld>
            <a:endParaRPr lang="en-IN"/>
          </a:p>
        </p:txBody>
      </p:sp>
    </p:spTree>
    <p:extLst>
      <p:ext uri="{BB962C8B-B14F-4D97-AF65-F5344CB8AC3E}">
        <p14:creationId xmlns:p14="http://schemas.microsoft.com/office/powerpoint/2010/main" val="3139796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01C2F8-26D9-482D-964F-E87B1E0FB3D7}" type="datetimeFigureOut">
              <a:rPr lang="en-IN" smtClean="0"/>
              <a:t>20-07-2023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57F098-37D7-4E75-971A-4811082CC6D6}" type="slidenum">
              <a:rPr lang="en-IN" smtClean="0"/>
              <a:t>‹#›</a:t>
            </a:fld>
            <a:endParaRPr lang="en-IN"/>
          </a:p>
        </p:txBody>
      </p:sp>
    </p:spTree>
    <p:extLst>
      <p:ext uri="{BB962C8B-B14F-4D97-AF65-F5344CB8AC3E}">
        <p14:creationId xmlns:p14="http://schemas.microsoft.com/office/powerpoint/2010/main" val="468853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6001C2F8-26D9-482D-964F-E87B1E0FB3D7}" type="datetimeFigureOut">
              <a:rPr lang="en-IN" smtClean="0"/>
              <a:t>20-07-2023</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F857F098-37D7-4E75-971A-4811082CC6D6}"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1663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6001C2F8-26D9-482D-964F-E87B1E0FB3D7}" type="datetimeFigureOut">
              <a:rPr lang="en-IN" smtClean="0"/>
              <a:t>20-07-2023</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F857F098-37D7-4E75-971A-4811082CC6D6}"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02021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01C2F8-26D9-482D-964F-E87B1E0FB3D7}" type="datetimeFigureOut">
              <a:rPr lang="en-IN" smtClean="0"/>
              <a:t>20-07-2023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57F098-37D7-4E75-971A-4811082CC6D6}" type="slidenum">
              <a:rPr lang="en-IN" smtClean="0"/>
              <a:t>‹#›</a:t>
            </a:fld>
            <a:endParaRPr lang="en-IN"/>
          </a:p>
        </p:txBody>
      </p:sp>
    </p:spTree>
    <p:extLst>
      <p:ext uri="{BB962C8B-B14F-4D97-AF65-F5344CB8AC3E}">
        <p14:creationId xmlns:p14="http://schemas.microsoft.com/office/powerpoint/2010/main" val="2275617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01C2F8-26D9-482D-964F-E87B1E0FB3D7}" type="datetimeFigureOut">
              <a:rPr lang="en-IN" smtClean="0"/>
              <a:t>20-07-2023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57F098-37D7-4E75-971A-4811082CC6D6}" type="slidenum">
              <a:rPr lang="en-IN" smtClean="0"/>
              <a:t>‹#›</a:t>
            </a:fld>
            <a:endParaRPr lang="en-IN"/>
          </a:p>
        </p:txBody>
      </p:sp>
    </p:spTree>
    <p:extLst>
      <p:ext uri="{BB962C8B-B14F-4D97-AF65-F5344CB8AC3E}">
        <p14:creationId xmlns:p14="http://schemas.microsoft.com/office/powerpoint/2010/main" val="898653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6001C2F8-26D9-482D-964F-E87B1E0FB3D7}" type="datetimeFigureOut">
              <a:rPr lang="en-IN" smtClean="0"/>
              <a:t>20-07-2023</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F857F098-37D7-4E75-971A-4811082CC6D6}" type="slidenum">
              <a:rPr lang="en-IN" smtClean="0"/>
              <a:t>‹#›</a:t>
            </a:fld>
            <a:endParaRPr lang="en-IN"/>
          </a:p>
        </p:txBody>
      </p:sp>
    </p:spTree>
    <p:extLst>
      <p:ext uri="{BB962C8B-B14F-4D97-AF65-F5344CB8AC3E}">
        <p14:creationId xmlns:p14="http://schemas.microsoft.com/office/powerpoint/2010/main" val="1919340056"/>
      </p:ext>
    </p:extLst>
  </p:cSld>
  <p:clrMap bg1="lt1" tx1="dk1" bg2="lt2" tx2="dk2" accent1="accent1" accent2="accent2" accent3="accent3" accent4="accent4" accent5="accent5" accent6="accent6" hlink="hlink" folHlink="folHlink"/>
  <p:sldLayoutIdLst>
    <p:sldLayoutId id="2147484113" r:id="rId1"/>
    <p:sldLayoutId id="2147484114" r:id="rId2"/>
    <p:sldLayoutId id="2147484115" r:id="rId3"/>
    <p:sldLayoutId id="2147484116" r:id="rId4"/>
    <p:sldLayoutId id="2147484117" r:id="rId5"/>
    <p:sldLayoutId id="2147484118" r:id="rId6"/>
    <p:sldLayoutId id="2147484119" r:id="rId7"/>
    <p:sldLayoutId id="2147484120" r:id="rId8"/>
    <p:sldLayoutId id="2147484121" r:id="rId9"/>
    <p:sldLayoutId id="2147484122" r:id="rId10"/>
    <p:sldLayoutId id="2147484123"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Content Placeholder 32">
            <a:extLst>
              <a:ext uri="{FF2B5EF4-FFF2-40B4-BE49-F238E27FC236}">
                <a16:creationId xmlns:a16="http://schemas.microsoft.com/office/drawing/2014/main" id="{24C919BC-79B4-1262-02A0-51D1BCDF5D6A}"/>
              </a:ext>
            </a:extLst>
          </p:cNvPr>
          <p:cNvGraphicFramePr>
            <a:graphicFrameLocks noGrp="1"/>
          </p:cNvGraphicFramePr>
          <p:nvPr>
            <p:ph sz="half" idx="1"/>
            <p:extLst>
              <p:ext uri="{D42A27DB-BD31-4B8C-83A1-F6EECF244321}">
                <p14:modId xmlns:p14="http://schemas.microsoft.com/office/powerpoint/2010/main" val="2309727828"/>
              </p:ext>
            </p:extLst>
          </p:nvPr>
        </p:nvGraphicFramePr>
        <p:xfrm>
          <a:off x="0" y="68855"/>
          <a:ext cx="12192000" cy="6453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995376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FA25E9E-FC11-1217-A6CA-42530537AE37}"/>
              </a:ext>
            </a:extLst>
          </p:cNvPr>
          <p:cNvSpPr txBox="1"/>
          <p:nvPr/>
        </p:nvSpPr>
        <p:spPr>
          <a:xfrm>
            <a:off x="220337" y="143219"/>
            <a:ext cx="11788049" cy="5877571"/>
          </a:xfrm>
          <a:prstGeom prst="rect">
            <a:avLst/>
          </a:prstGeom>
          <a:noFill/>
        </p:spPr>
        <p:txBody>
          <a:bodyPr wrap="square">
            <a:spAutoFit/>
          </a:bodyPr>
          <a:lstStyle/>
          <a:p>
            <a:pPr>
              <a:lnSpc>
                <a:spcPct val="115000"/>
              </a:lnSpc>
              <a:spcAft>
                <a:spcPts val="600"/>
              </a:spcAft>
            </a:pPr>
            <a:r>
              <a:rPr lang="en-US" sz="2800" b="1" dirty="0">
                <a:solidFill>
                  <a:srgbClr val="1F3864"/>
                </a:solidFill>
                <a:effectLst/>
                <a:latin typeface="Trebuchet MS" panose="020B0603020202020204" pitchFamily="34" charset="0"/>
                <a:ea typeface="Calibri" panose="020F0502020204030204" pitchFamily="34" charset="0"/>
                <a:cs typeface="Times New Roman" panose="02020603050405020304" pitchFamily="18" charset="0"/>
              </a:rPr>
              <a:t>                                   </a:t>
            </a:r>
            <a:r>
              <a:rPr lang="en-US" sz="4000" b="1" dirty="0">
                <a:solidFill>
                  <a:srgbClr val="1F3864"/>
                </a:solidFill>
                <a:effectLst/>
                <a:latin typeface="Trebuchet MS" panose="020B0603020202020204" pitchFamily="34" charset="0"/>
                <a:ea typeface="Calibri" panose="020F0502020204030204" pitchFamily="34" charset="0"/>
                <a:cs typeface="Times New Roman" panose="02020603050405020304" pitchFamily="18" charset="0"/>
              </a:rPr>
              <a:t>INTRODUCTION:</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600"/>
              </a:spcAft>
            </a:pPr>
            <a:endParaRPr lang="en-US" sz="2800" dirty="0">
              <a:solidFill>
                <a:srgbClr val="1F3864"/>
              </a:solidFill>
              <a:effectLst/>
              <a:latin typeface="Trebuchet MS" panose="020B0603020202020204" pitchFamily="34" charset="0"/>
              <a:ea typeface="Calibri" panose="020F0502020204030204" pitchFamily="34" charset="0"/>
              <a:cs typeface="Times New Roman" panose="02020603050405020304" pitchFamily="18" charset="0"/>
            </a:endParaRPr>
          </a:p>
          <a:p>
            <a:pPr algn="just">
              <a:lnSpc>
                <a:spcPct val="115000"/>
              </a:lnSpc>
              <a:spcAft>
                <a:spcPts val="600"/>
              </a:spcAft>
            </a:pPr>
            <a:r>
              <a:rPr lang="en-US" sz="2800" dirty="0">
                <a:solidFill>
                  <a:srgbClr val="1F3864"/>
                </a:solidFill>
                <a:latin typeface="Trebuchet MS" panose="020B0603020202020204" pitchFamily="34" charset="0"/>
                <a:ea typeface="Calibri" panose="020F0502020204030204" pitchFamily="34" charset="0"/>
                <a:cs typeface="Times New Roman" panose="02020603050405020304" pitchFamily="18" charset="0"/>
              </a:rPr>
              <a:t>      </a:t>
            </a:r>
            <a:r>
              <a:rPr lang="en-US" sz="2800" dirty="0">
                <a:solidFill>
                  <a:srgbClr val="1F3864"/>
                </a:solidFill>
                <a:effectLst/>
                <a:latin typeface="Trebuchet MS" panose="020B0603020202020204" pitchFamily="34" charset="0"/>
                <a:ea typeface="Calibri" panose="020F0502020204030204" pitchFamily="34" charset="0"/>
                <a:cs typeface="Times New Roman" panose="02020603050405020304" pitchFamily="18" charset="0"/>
              </a:rPr>
              <a:t>India is home to vibrant animal and bird diversity, Birds have ecological value as important elements of natural systems. The zoo and bird sanctuary has initially been set up to entertain people.gradually,they have played an essential role in nature maintenance. The goal of the Zoo and Bird sanctuary is conservation. It was easy because of the research done to computerize the management, maintenance and ticketing of the wildlife. Therefore, this  system called the management system “KALARAVA” was developed. This is a python based technology to manage birds.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520892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76AEABF2-A8AE-F3BA-2674-7D533F994A27}"/>
              </a:ext>
            </a:extLst>
          </p:cNvPr>
          <p:cNvGraphicFramePr>
            <a:graphicFrameLocks noGrp="1"/>
          </p:cNvGraphicFramePr>
          <p:nvPr>
            <p:ph idx="1"/>
            <p:extLst>
              <p:ext uri="{D42A27DB-BD31-4B8C-83A1-F6EECF244321}">
                <p14:modId xmlns:p14="http://schemas.microsoft.com/office/powerpoint/2010/main" val="1270847425"/>
              </p:ext>
            </p:extLst>
          </p:nvPr>
        </p:nvGraphicFramePr>
        <p:xfrm>
          <a:off x="7171980" y="77118"/>
          <a:ext cx="5020019" cy="64228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a:extLst>
              <a:ext uri="{FF2B5EF4-FFF2-40B4-BE49-F238E27FC236}">
                <a16:creationId xmlns:a16="http://schemas.microsoft.com/office/drawing/2014/main" id="{10FAAD92-0C79-F4FB-56BE-1C21414CFB7D}"/>
              </a:ext>
            </a:extLst>
          </p:cNvPr>
          <p:cNvSpPr>
            <a:spLocks noGrp="1"/>
          </p:cNvSpPr>
          <p:nvPr>
            <p:ph type="body" sz="half" idx="2"/>
          </p:nvPr>
        </p:nvSpPr>
        <p:spPr>
          <a:xfrm>
            <a:off x="0" y="77117"/>
            <a:ext cx="8306718" cy="6780883"/>
          </a:xfrm>
        </p:spPr>
        <p:txBody>
          <a:bodyPr>
            <a:normAutofit/>
          </a:bodyPr>
          <a:lstStyle/>
          <a:p>
            <a:pPr>
              <a:lnSpc>
                <a:spcPct val="115000"/>
              </a:lnSpc>
              <a:spcAft>
                <a:spcPts val="600"/>
              </a:spcAft>
            </a:pPr>
            <a:r>
              <a:rPr lang="en-US" sz="3200" b="1" dirty="0">
                <a:solidFill>
                  <a:srgbClr val="1F3864"/>
                </a:solidFill>
                <a:effectLst/>
                <a:latin typeface="Trebuchet MS" panose="020B0603020202020204" pitchFamily="34" charset="0"/>
                <a:ea typeface="Calibri" panose="020F0502020204030204" pitchFamily="34" charset="0"/>
                <a:cs typeface="Times New Roman" panose="02020603050405020304" pitchFamily="18" charset="0"/>
              </a:rPr>
              <a:t>                                      OBJECTIVE :</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600"/>
              </a:spcAft>
            </a:pPr>
            <a:r>
              <a:rPr lang="en-US" sz="2600" dirty="0">
                <a:solidFill>
                  <a:srgbClr val="1F3864"/>
                </a:solidFill>
                <a:effectLst/>
                <a:latin typeface="Trebuchet MS" panose="020B0603020202020204" pitchFamily="34" charset="0"/>
                <a:ea typeface="Calibri" panose="020F0502020204030204" pitchFamily="34" charset="0"/>
                <a:cs typeface="Poppins" panose="00000500000000000000" pitchFamily="2" charset="0"/>
              </a:rPr>
              <a:t>          This application software can get information about Birds. The people don’t get aware about strange birds so they can  get complete information with an ID. The Bird sanctuary System is a python based technology that manages people, birds, and details and provides tickets to those who visit the Bird sanctuary with their families. </a:t>
            </a:r>
            <a:endParaRPr lang="en-IN" sz="26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0000"/>
              </a:lnSpc>
              <a:spcAft>
                <a:spcPts val="1500"/>
              </a:spcAft>
            </a:pPr>
            <a:r>
              <a:rPr lang="en-IN" sz="2800" dirty="0">
                <a:solidFill>
                  <a:srgbClr val="1F3864"/>
                </a:solidFill>
                <a:effectLst/>
                <a:latin typeface="Trebuchet MS" panose="020B0603020202020204" pitchFamily="34" charset="0"/>
                <a:ea typeface="Times New Roman" panose="02020603050405020304" pitchFamily="18" charset="0"/>
                <a:cs typeface="Poppins" panose="00000500000000000000" pitchFamily="2" charset="0"/>
              </a:rPr>
              <a:t>        </a:t>
            </a:r>
            <a:r>
              <a:rPr lang="en-IN" sz="2600" dirty="0">
                <a:solidFill>
                  <a:srgbClr val="1F3864"/>
                </a:solidFill>
                <a:effectLst/>
                <a:latin typeface="Trebuchet MS" panose="020B0603020202020204" pitchFamily="34" charset="0"/>
                <a:ea typeface="Times New Roman" panose="02020603050405020304" pitchFamily="18" charset="0"/>
                <a:cs typeface="Poppins" panose="00000500000000000000" pitchFamily="2" charset="0"/>
              </a:rPr>
              <a:t>This  System adequately manages and processes all the works of the Bird sanctuary. The software system can store bird sanctuary visitor ticket data, reducing response time to queries from different users. </a:t>
            </a:r>
            <a:endParaRPr lang="en-IN" sz="26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35509063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703444-2691-71F1-E399-AC67E06088E3}"/>
              </a:ext>
            </a:extLst>
          </p:cNvPr>
          <p:cNvSpPr>
            <a:spLocks noGrp="1"/>
          </p:cNvSpPr>
          <p:nvPr>
            <p:ph idx="1"/>
          </p:nvPr>
        </p:nvSpPr>
        <p:spPr>
          <a:xfrm>
            <a:off x="78036" y="7842"/>
            <a:ext cx="12018484" cy="6668379"/>
          </a:xfrm>
        </p:spPr>
        <p:txBody>
          <a:bodyPr/>
          <a:lstStyle/>
          <a:p>
            <a:pPr marL="0" indent="0">
              <a:buNone/>
            </a:pPr>
            <a:r>
              <a:rPr lang="en-US" dirty="0"/>
              <a:t>					</a:t>
            </a:r>
            <a:r>
              <a:rPr lang="en-US" sz="3600" dirty="0">
                <a:solidFill>
                  <a:schemeClr val="accent1">
                    <a:lumMod val="50000"/>
                  </a:schemeClr>
                </a:solidFill>
                <a:latin typeface="Trebuchet MS" panose="020B0603020202020204" pitchFamily="34" charset="0"/>
              </a:rPr>
              <a:t>Existing system:</a:t>
            </a:r>
          </a:p>
          <a:p>
            <a:pPr marL="0" indent="0">
              <a:buNone/>
            </a:pPr>
            <a:r>
              <a:rPr lang="en-US" sz="3600" dirty="0">
                <a:solidFill>
                  <a:schemeClr val="accent1">
                    <a:lumMod val="50000"/>
                  </a:schemeClr>
                </a:solidFill>
                <a:latin typeface="Trebuchet MS" panose="020B0603020202020204" pitchFamily="34" charset="0"/>
              </a:rPr>
              <a:t>      </a:t>
            </a:r>
          </a:p>
          <a:p>
            <a:pPr marL="0" indent="0">
              <a:buNone/>
            </a:pPr>
            <a:r>
              <a:rPr lang="en-US" sz="2600" dirty="0">
                <a:solidFill>
                  <a:schemeClr val="accent1">
                    <a:lumMod val="50000"/>
                  </a:schemeClr>
                </a:solidFill>
                <a:latin typeface="Trebuchet MS" panose="020B0603020202020204" pitchFamily="34" charset="0"/>
              </a:rPr>
              <a:t>      In the existing system the people can get </a:t>
            </a:r>
          </a:p>
          <a:p>
            <a:pPr marL="0" indent="0">
              <a:buNone/>
            </a:pPr>
            <a:r>
              <a:rPr lang="en-US" sz="2600" dirty="0">
                <a:solidFill>
                  <a:schemeClr val="accent1">
                    <a:lumMod val="50000"/>
                  </a:schemeClr>
                </a:solidFill>
                <a:latin typeface="Trebuchet MS" panose="020B0603020202020204" pitchFamily="34" charset="0"/>
              </a:rPr>
              <a:t>the ticket in offline mode only ,and they don’t </a:t>
            </a:r>
          </a:p>
          <a:p>
            <a:pPr marL="0" indent="0">
              <a:buNone/>
            </a:pPr>
            <a:r>
              <a:rPr lang="en-US" sz="2600" dirty="0">
                <a:solidFill>
                  <a:schemeClr val="accent1">
                    <a:lumMod val="50000"/>
                  </a:schemeClr>
                </a:solidFill>
                <a:latin typeface="Trebuchet MS" panose="020B0603020202020204" pitchFamily="34" charset="0"/>
              </a:rPr>
              <a:t>Have to clear there querries they don’t know </a:t>
            </a:r>
          </a:p>
          <a:p>
            <a:pPr marL="0" indent="0">
              <a:buNone/>
            </a:pPr>
            <a:r>
              <a:rPr lang="en-US" sz="2600" dirty="0">
                <a:solidFill>
                  <a:schemeClr val="accent1">
                    <a:lumMod val="50000"/>
                  </a:schemeClr>
                </a:solidFill>
                <a:latin typeface="Trebuchet MS" panose="020B0603020202020204" pitchFamily="34" charset="0"/>
              </a:rPr>
              <a:t>Particular timings of the birdsanctuary.so they</a:t>
            </a:r>
          </a:p>
          <a:p>
            <a:pPr marL="0" indent="0">
              <a:buNone/>
            </a:pPr>
            <a:r>
              <a:rPr lang="en-US" sz="2600" dirty="0">
                <a:solidFill>
                  <a:schemeClr val="accent1">
                    <a:lumMod val="50000"/>
                  </a:schemeClr>
                </a:solidFill>
                <a:latin typeface="Trebuchet MS" panose="020B0603020202020204" pitchFamily="34" charset="0"/>
              </a:rPr>
              <a:t>have to visit the sanctuary and clear there </a:t>
            </a:r>
          </a:p>
          <a:p>
            <a:pPr marL="0" indent="0">
              <a:buNone/>
            </a:pPr>
            <a:r>
              <a:rPr lang="en-US" sz="2600" dirty="0">
                <a:solidFill>
                  <a:schemeClr val="accent1">
                    <a:lumMod val="50000"/>
                  </a:schemeClr>
                </a:solidFill>
                <a:latin typeface="Trebuchet MS" panose="020B0603020202020204" pitchFamily="34" charset="0"/>
              </a:rPr>
              <a:t>querries in offline only.so this needs lot of time</a:t>
            </a:r>
          </a:p>
          <a:p>
            <a:pPr marL="0" indent="0">
              <a:buNone/>
            </a:pPr>
            <a:r>
              <a:rPr lang="en-US" sz="2600" dirty="0">
                <a:solidFill>
                  <a:schemeClr val="accent1">
                    <a:lumMod val="50000"/>
                  </a:schemeClr>
                </a:solidFill>
                <a:latin typeface="Trebuchet MS" panose="020B0603020202020204" pitchFamily="34" charset="0"/>
              </a:rPr>
              <a:t>to get the information and also for the ticket </a:t>
            </a:r>
          </a:p>
          <a:p>
            <a:pPr marL="0" indent="0">
              <a:buNone/>
            </a:pPr>
            <a:r>
              <a:rPr lang="en-US" sz="2600" dirty="0">
                <a:solidFill>
                  <a:schemeClr val="accent1">
                    <a:lumMod val="50000"/>
                  </a:schemeClr>
                </a:solidFill>
                <a:latin typeface="Trebuchet MS" panose="020B0603020202020204" pitchFamily="34" charset="0"/>
              </a:rPr>
              <a:t>allocation.</a:t>
            </a:r>
          </a:p>
          <a:p>
            <a:pPr marL="0" indent="0">
              <a:buNone/>
            </a:pPr>
            <a:endParaRPr lang="en-US" sz="2600" dirty="0">
              <a:solidFill>
                <a:schemeClr val="accent1">
                  <a:lumMod val="50000"/>
                </a:schemeClr>
              </a:solidFill>
              <a:latin typeface="Trebuchet MS" panose="020B0603020202020204" pitchFamily="34" charset="0"/>
            </a:endParaRPr>
          </a:p>
          <a:p>
            <a:pPr marL="0" indent="0">
              <a:buNone/>
            </a:pPr>
            <a:endParaRPr lang="en-IN" sz="3600" dirty="0">
              <a:solidFill>
                <a:schemeClr val="accent1">
                  <a:lumMod val="50000"/>
                </a:schemeClr>
              </a:solidFill>
              <a:latin typeface="Trebuchet MS" panose="020B0603020202020204" pitchFamily="34" charset="0"/>
            </a:endParaRPr>
          </a:p>
        </p:txBody>
      </p:sp>
      <p:graphicFrame>
        <p:nvGraphicFramePr>
          <p:cNvPr id="4" name="Diagram 3">
            <a:extLst>
              <a:ext uri="{FF2B5EF4-FFF2-40B4-BE49-F238E27FC236}">
                <a16:creationId xmlns:a16="http://schemas.microsoft.com/office/drawing/2014/main" id="{38E35A54-93A1-DC35-D23D-7B56619A275F}"/>
              </a:ext>
            </a:extLst>
          </p:cNvPr>
          <p:cNvGraphicFramePr/>
          <p:nvPr>
            <p:extLst>
              <p:ext uri="{D42A27DB-BD31-4B8C-83A1-F6EECF244321}">
                <p14:modId xmlns:p14="http://schemas.microsoft.com/office/powerpoint/2010/main" val="2923372935"/>
              </p:ext>
            </p:extLst>
          </p:nvPr>
        </p:nvGraphicFramePr>
        <p:xfrm>
          <a:off x="7216048" y="967419"/>
          <a:ext cx="4468258" cy="54443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320143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6CD058-851D-F1CF-A6B3-DF9906966191}"/>
              </a:ext>
            </a:extLst>
          </p:cNvPr>
          <p:cNvSpPr>
            <a:spLocks noGrp="1"/>
          </p:cNvSpPr>
          <p:nvPr>
            <p:ph idx="1"/>
          </p:nvPr>
        </p:nvSpPr>
        <p:spPr>
          <a:xfrm>
            <a:off x="110169" y="77118"/>
            <a:ext cx="11766013" cy="6632153"/>
          </a:xfrm>
        </p:spPr>
        <p:txBody>
          <a:bodyPr>
            <a:normAutofit/>
          </a:bodyPr>
          <a:lstStyle/>
          <a:p>
            <a:pPr marL="0" indent="0">
              <a:buNone/>
            </a:pPr>
            <a:r>
              <a:rPr lang="en-US" dirty="0">
                <a:latin typeface="Trebuchet MS" panose="020B0603020202020204" pitchFamily="34" charset="0"/>
              </a:rPr>
              <a:t>                                               </a:t>
            </a:r>
            <a:r>
              <a:rPr lang="en-US" sz="3600" dirty="0">
                <a:solidFill>
                  <a:schemeClr val="accent1">
                    <a:lumMod val="50000"/>
                  </a:schemeClr>
                </a:solidFill>
                <a:latin typeface="Trebuchet MS" panose="020B0603020202020204" pitchFamily="34" charset="0"/>
              </a:rPr>
              <a:t>proposed system:</a:t>
            </a:r>
          </a:p>
          <a:p>
            <a:pPr marL="0" indent="0">
              <a:buNone/>
            </a:pPr>
            <a:endParaRPr lang="en-US" sz="4000" dirty="0">
              <a:solidFill>
                <a:schemeClr val="accent1">
                  <a:lumMod val="50000"/>
                </a:schemeClr>
              </a:solidFill>
              <a:latin typeface="Trebuchet MS" panose="020B0603020202020204" pitchFamily="34" charset="0"/>
            </a:endParaRPr>
          </a:p>
          <a:p>
            <a:pPr>
              <a:buFont typeface="Wingdings" panose="05000000000000000000" pitchFamily="2" charset="2"/>
              <a:buChar char="v"/>
            </a:pPr>
            <a:r>
              <a:rPr lang="en-US" sz="2800" b="0" i="0" dirty="0">
                <a:solidFill>
                  <a:srgbClr val="444444"/>
                </a:solidFill>
                <a:effectLst/>
                <a:latin typeface="Poppins" panose="00000500000000000000" pitchFamily="2" charset="0"/>
              </a:rPr>
              <a:t> </a:t>
            </a:r>
            <a:r>
              <a:rPr lang="en-US" sz="2600" b="0" i="0" dirty="0">
                <a:solidFill>
                  <a:schemeClr val="accent1">
                    <a:lumMod val="50000"/>
                  </a:schemeClr>
                </a:solidFill>
                <a:effectLst/>
                <a:latin typeface="Trebuchet MS" panose="020B0603020202020204" pitchFamily="34" charset="0"/>
              </a:rPr>
              <a:t>The proposed system influences or interacts with visitors to the  Bird sanctuary. </a:t>
            </a:r>
          </a:p>
          <a:p>
            <a:pPr>
              <a:buFont typeface="Wingdings" panose="05000000000000000000" pitchFamily="2" charset="2"/>
              <a:buChar char="v"/>
            </a:pPr>
            <a:r>
              <a:rPr lang="en-US" sz="2600" b="0" i="0" dirty="0">
                <a:solidFill>
                  <a:schemeClr val="accent1">
                    <a:lumMod val="50000"/>
                  </a:schemeClr>
                </a:solidFill>
                <a:effectLst/>
                <a:latin typeface="Trebuchet MS" panose="020B0603020202020204" pitchFamily="34" charset="0"/>
              </a:rPr>
              <a:t>Allows administrators to view and edit regular adult and child ticket details. </a:t>
            </a:r>
          </a:p>
          <a:p>
            <a:pPr>
              <a:buFont typeface="Wingdings" panose="05000000000000000000" pitchFamily="2" charset="2"/>
              <a:buChar char="v"/>
            </a:pPr>
            <a:r>
              <a:rPr lang="en-US" sz="2600" b="0" i="0" dirty="0">
                <a:solidFill>
                  <a:schemeClr val="accent1">
                    <a:lumMod val="50000"/>
                  </a:schemeClr>
                </a:solidFill>
                <a:effectLst/>
                <a:latin typeface="Trebuchet MS" panose="020B0603020202020204" pitchFamily="34" charset="0"/>
              </a:rPr>
              <a:t>It also produces reports of people visiting the Bird sanctuary between appointments. </a:t>
            </a:r>
          </a:p>
          <a:p>
            <a:pPr>
              <a:buFont typeface="Wingdings" panose="05000000000000000000" pitchFamily="2" charset="2"/>
              <a:buChar char="v"/>
            </a:pPr>
            <a:r>
              <a:rPr lang="en-US" sz="2600" b="0" i="0" dirty="0">
                <a:solidFill>
                  <a:schemeClr val="accent1">
                    <a:lumMod val="50000"/>
                  </a:schemeClr>
                </a:solidFill>
                <a:effectLst/>
                <a:latin typeface="Trebuchet MS" panose="020B0603020202020204" pitchFamily="34" charset="0"/>
              </a:rPr>
              <a:t>It can also be used to search for ticket IDs.</a:t>
            </a:r>
          </a:p>
          <a:p>
            <a:pPr>
              <a:buFont typeface="Wingdings" panose="05000000000000000000" pitchFamily="2" charset="2"/>
              <a:buChar char="v"/>
            </a:pPr>
            <a:r>
              <a:rPr lang="en-US" sz="2600" b="0" i="0" dirty="0">
                <a:solidFill>
                  <a:schemeClr val="accent1">
                    <a:lumMod val="50000"/>
                  </a:schemeClr>
                </a:solidFill>
                <a:effectLst/>
                <a:latin typeface="Trebuchet MS" panose="020B0603020202020204" pitchFamily="34" charset="0"/>
              </a:rPr>
              <a:t>Display special events information, visitors’ information and description</a:t>
            </a:r>
          </a:p>
          <a:p>
            <a:pPr>
              <a:buFont typeface="Wingdings" panose="05000000000000000000" pitchFamily="2" charset="2"/>
              <a:buChar char="v"/>
            </a:pPr>
            <a:r>
              <a:rPr lang="en-US" sz="2600" b="0" i="0" dirty="0">
                <a:solidFill>
                  <a:schemeClr val="accent1">
                    <a:lumMod val="50000"/>
                  </a:schemeClr>
                </a:solidFill>
                <a:effectLst/>
                <a:latin typeface="Trebuchet MS" panose="020B0603020202020204" pitchFamily="34" charset="0"/>
              </a:rPr>
              <a:t>Integration of records for all appointments.</a:t>
            </a:r>
          </a:p>
          <a:p>
            <a:pPr>
              <a:buFont typeface="Wingdings" panose="05000000000000000000" pitchFamily="2" charset="2"/>
              <a:buChar char="v"/>
            </a:pPr>
            <a:endParaRPr lang="en-US" sz="2600" b="0" i="0" dirty="0">
              <a:solidFill>
                <a:srgbClr val="444444"/>
              </a:solidFill>
              <a:effectLst/>
              <a:latin typeface="Trebuchet MS" panose="020B0603020202020204" pitchFamily="34" charset="0"/>
            </a:endParaRPr>
          </a:p>
          <a:p>
            <a:pPr marL="0" indent="0">
              <a:buNone/>
            </a:pPr>
            <a:endParaRPr lang="en-IN" sz="4000" dirty="0">
              <a:solidFill>
                <a:schemeClr val="accent1">
                  <a:lumMod val="50000"/>
                </a:schemeClr>
              </a:solidFill>
            </a:endParaRPr>
          </a:p>
        </p:txBody>
      </p:sp>
    </p:spTree>
    <p:extLst>
      <p:ext uri="{BB962C8B-B14F-4D97-AF65-F5344CB8AC3E}">
        <p14:creationId xmlns:p14="http://schemas.microsoft.com/office/powerpoint/2010/main" val="1356313130"/>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6427C4-F6A0-6121-F4CE-FE8B50118723}"/>
              </a:ext>
            </a:extLst>
          </p:cNvPr>
          <p:cNvSpPr txBox="1"/>
          <p:nvPr/>
        </p:nvSpPr>
        <p:spPr>
          <a:xfrm>
            <a:off x="363557" y="264405"/>
            <a:ext cx="11556694" cy="6125780"/>
          </a:xfrm>
          <a:prstGeom prst="rect">
            <a:avLst/>
          </a:prstGeom>
          <a:noFill/>
        </p:spPr>
        <p:txBody>
          <a:bodyPr wrap="square">
            <a:spAutoFit/>
          </a:bodyPr>
          <a:lstStyle/>
          <a:p>
            <a:pPr>
              <a:lnSpc>
                <a:spcPct val="115000"/>
              </a:lnSpc>
              <a:spcAft>
                <a:spcPts val="600"/>
              </a:spcAft>
            </a:pPr>
            <a:r>
              <a:rPr lang="en-US" sz="2600" b="1" dirty="0">
                <a:solidFill>
                  <a:srgbClr val="1F3864"/>
                </a:solidFill>
                <a:effectLst/>
                <a:latin typeface="Trebuchet MS" panose="020B0603020202020204" pitchFamily="34" charset="0"/>
                <a:ea typeface="Times New Roman" panose="02020603050405020304" pitchFamily="18" charset="0"/>
                <a:cs typeface="Times New Roman" panose="02020603050405020304" pitchFamily="18" charset="0"/>
              </a:rPr>
              <a:t>INPUT OF THE PROJECT:</a:t>
            </a:r>
            <a:endParaRPr lang="en-IN" sz="2600" dirty="0">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600"/>
              </a:spcAft>
              <a:buFont typeface="Symbol" panose="05050102010706020507" pitchFamily="18" charset="2"/>
              <a:buChar char=""/>
            </a:pPr>
            <a:r>
              <a:rPr lang="en-US" sz="2400" dirty="0">
                <a:solidFill>
                  <a:srgbClr val="1F3864"/>
                </a:solidFill>
                <a:effectLst/>
                <a:latin typeface="Trebuchet MS" panose="020B0603020202020204" pitchFamily="34" charset="0"/>
                <a:ea typeface="Times New Roman" panose="02020603050405020304" pitchFamily="18" charset="0"/>
                <a:cs typeface="Times New Roman" panose="02020603050405020304" pitchFamily="18" charset="0"/>
              </a:rPr>
              <a:t>The main input to the project is that the user login to the website “KALARAVA” by entering the credential details and then </a:t>
            </a:r>
            <a:r>
              <a:rPr lang="en-US" sz="2400" dirty="0">
                <a:solidFill>
                  <a:srgbClr val="1F3864"/>
                </a:solidFill>
                <a:effectLst/>
                <a:latin typeface="Trebuchet MS" panose="020B0603020202020204" pitchFamily="34" charset="0"/>
                <a:ea typeface="Calibri" panose="020F0502020204030204" pitchFamily="34" charset="0"/>
                <a:cs typeface="Times New Roman" panose="02020603050405020304" pitchFamily="18" charset="0"/>
              </a:rPr>
              <a:t>the system helps to book ticket to visit  the Bird sanctuary.</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15000"/>
              </a:lnSpc>
              <a:spcAft>
                <a:spcPts val="600"/>
              </a:spcAft>
              <a:buFont typeface="Symbol" panose="05050102010706020507" pitchFamily="18" charset="2"/>
              <a:buChar char=""/>
            </a:pPr>
            <a:r>
              <a:rPr lang="en-IN" sz="2400" dirty="0">
                <a:solidFill>
                  <a:srgbClr val="1F3864"/>
                </a:solidFill>
                <a:effectLst/>
                <a:latin typeface="Trebuchet MS" panose="020B0603020202020204" pitchFamily="34" charset="0"/>
                <a:ea typeface="Times New Roman" panose="02020603050405020304" pitchFamily="18" charset="0"/>
                <a:cs typeface="Poppins" panose="00000500000000000000" pitchFamily="2" charset="0"/>
              </a:rPr>
              <a:t>Allows administrators to view and edit regular adult and child ticket details.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600"/>
              </a:spcAft>
            </a:pPr>
            <a:r>
              <a:rPr lang="en-US" sz="2000" b="1" dirty="0">
                <a:solidFill>
                  <a:srgbClr val="1F3864"/>
                </a:solidFill>
                <a:effectLst/>
                <a:latin typeface="Trebuchet MS" panose="020B0603020202020204" pitchFamily="34" charset="0"/>
                <a:ea typeface="Times New Roman" panose="02020603050405020304" pitchFamily="18"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600"/>
              </a:spcAft>
            </a:pPr>
            <a:r>
              <a:rPr lang="en-US" sz="2000" b="1" dirty="0">
                <a:solidFill>
                  <a:srgbClr val="1F3864"/>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2600" b="1" dirty="0">
                <a:solidFill>
                  <a:srgbClr val="1F3864"/>
                </a:solidFill>
                <a:effectLst/>
                <a:latin typeface="Trebuchet MS" panose="020B0603020202020204" pitchFamily="34" charset="0"/>
                <a:ea typeface="Times New Roman" panose="02020603050405020304" pitchFamily="18" charset="0"/>
                <a:cs typeface="Times New Roman" panose="02020603050405020304" pitchFamily="18" charset="0"/>
              </a:rPr>
              <a:t>OUTPUT OF THE PROJECT:</a:t>
            </a:r>
            <a:endParaRPr lang="en-IN" sz="2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2400" dirty="0">
                <a:solidFill>
                  <a:srgbClr val="1F3864"/>
                </a:solidFill>
                <a:effectLst/>
                <a:latin typeface="Trebuchet MS" panose="020B0603020202020204" pitchFamily="34" charset="0"/>
                <a:ea typeface="Times New Roman" panose="02020603050405020304" pitchFamily="18" charset="0"/>
                <a:cs typeface="Times New Roman" panose="02020603050405020304" pitchFamily="18" charset="0"/>
              </a:rPr>
              <a:t>This application provides a system to provide information about the visitors.</a:t>
            </a:r>
            <a:endParaRPr lang="en-IN" sz="2400" dirty="0">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fontAlgn="base">
              <a:lnSpc>
                <a:spcPct val="115000"/>
              </a:lnSpc>
              <a:spcAft>
                <a:spcPts val="600"/>
              </a:spcAft>
              <a:buFont typeface="Symbol" panose="05050102010706020507" pitchFamily="18" charset="2"/>
              <a:buChar char=""/>
            </a:pPr>
            <a:r>
              <a:rPr lang="en-IN" sz="2400" dirty="0">
                <a:solidFill>
                  <a:srgbClr val="1F3864"/>
                </a:solidFill>
                <a:effectLst/>
                <a:latin typeface="Trebuchet MS" panose="020B0603020202020204" pitchFamily="34" charset="0"/>
                <a:ea typeface="Times New Roman" panose="02020603050405020304" pitchFamily="18" charset="0"/>
                <a:cs typeface="Poppins" panose="00000500000000000000" pitchFamily="2" charset="0"/>
              </a:rPr>
              <a:t>It also manages Birds. </a:t>
            </a:r>
            <a:endParaRPr lang="en-IN" sz="2400" dirty="0">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2400" dirty="0">
                <a:solidFill>
                  <a:srgbClr val="1F3864"/>
                </a:solidFill>
                <a:effectLst/>
                <a:latin typeface="Trebuchet MS" panose="020B0603020202020204" pitchFamily="34" charset="0"/>
                <a:ea typeface="Calibri" panose="020F0502020204030204" pitchFamily="34" charset="0"/>
                <a:cs typeface="Poppins" panose="00000500000000000000" pitchFamily="2" charset="0"/>
              </a:rPr>
              <a:t>The System also manages and calculates ticket prices to minimize the waiting time of the visitors </a:t>
            </a:r>
            <a:r>
              <a:rPr lang="en-US" sz="2400" dirty="0">
                <a:solidFill>
                  <a:srgbClr val="1F3864"/>
                </a:solidFill>
                <a:effectLst/>
                <a:latin typeface="Trebuchet MS" panose="020B0603020202020204" pitchFamily="34" charset="0"/>
                <a:ea typeface="Times New Roman" panose="02020603050405020304" pitchFamily="18" charset="0"/>
                <a:cs typeface="Times New Roman" panose="02020603050405020304" pitchFamily="18" charset="0"/>
              </a:rPr>
              <a:t>. </a:t>
            </a:r>
            <a:endParaRPr lang="en-IN" sz="2400" dirty="0">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fontAlgn="base">
              <a:lnSpc>
                <a:spcPct val="115000"/>
              </a:lnSpc>
              <a:spcAft>
                <a:spcPts val="600"/>
              </a:spcAft>
              <a:buFont typeface="Symbol" panose="05050102010706020507" pitchFamily="18" charset="2"/>
              <a:buChar char=""/>
            </a:pPr>
            <a:r>
              <a:rPr lang="en-IN" sz="2400" dirty="0">
                <a:solidFill>
                  <a:srgbClr val="1F3864"/>
                </a:solidFill>
                <a:effectLst/>
                <a:latin typeface="Trebuchet MS" panose="020B0603020202020204" pitchFamily="34" charset="0"/>
                <a:ea typeface="Times New Roman" panose="02020603050405020304" pitchFamily="18" charset="0"/>
                <a:cs typeface="Poppins" panose="00000500000000000000" pitchFamily="2" charset="0"/>
              </a:rPr>
              <a:t>It can also be used to search for ticket IDs.</a:t>
            </a:r>
            <a:endParaRPr lang="en-IN" sz="2400" dirty="0">
              <a:effectLst/>
              <a:latin typeface="Trebuchet MS" panose="020B060302020202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US" sz="1800" dirty="0">
                <a:solidFill>
                  <a:srgbClr val="1F3864"/>
                </a:solidFill>
                <a:effectLst/>
                <a:latin typeface="Trebuchet MS" panose="020B0603020202020204" pitchFamily="34" charset="0"/>
                <a:ea typeface="Times New Roman" panose="02020603050405020304" pitchFamily="18" charset="0"/>
                <a:cs typeface="Times New Roman" panose="02020603050405020304" pitchFamily="18"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9683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F718D1-FDEF-8EEC-8C1D-4C00C21EE853}"/>
              </a:ext>
            </a:extLst>
          </p:cNvPr>
          <p:cNvSpPr>
            <a:spLocks noGrp="1"/>
          </p:cNvSpPr>
          <p:nvPr>
            <p:ph idx="1"/>
          </p:nvPr>
        </p:nvSpPr>
        <p:spPr>
          <a:xfrm>
            <a:off x="298374" y="129027"/>
            <a:ext cx="11588826" cy="6558212"/>
          </a:xfrm>
        </p:spPr>
        <p:txBody>
          <a:bodyPr>
            <a:normAutofit/>
          </a:bodyPr>
          <a:lstStyle/>
          <a:p>
            <a:pPr lvl="0">
              <a:lnSpc>
                <a:spcPct val="107000"/>
              </a:lnSpc>
              <a:spcAft>
                <a:spcPts val="800"/>
              </a:spcAft>
            </a:pPr>
            <a:r>
              <a:rPr lang="en-IN" sz="3500" b="1" i="1" u="sng" dirty="0">
                <a:solidFill>
                  <a:srgbClr val="002060"/>
                </a:solidFill>
                <a:effectLst/>
                <a:latin typeface="Trebuchet MS" panose="020B0603020202020204" pitchFamily="34" charset="0"/>
                <a:ea typeface="Calibri" panose="020F0502020204030204" pitchFamily="34" charset="0"/>
                <a:cs typeface="Times New Roman" panose="02020603050405020304" pitchFamily="18" charset="0"/>
              </a:rPr>
              <a:t>System Description</a:t>
            </a:r>
            <a:endParaRPr lang="en-IN" sz="3500" dirty="0">
              <a:solidFill>
                <a:srgbClr val="002060"/>
              </a:solidFill>
              <a:effectLst/>
              <a:latin typeface="Trebuchet MS" panose="020B0603020202020204" pitchFamily="34" charset="0"/>
              <a:ea typeface="Calibri" panose="020F0502020204030204" pitchFamily="34" charset="0"/>
              <a:cs typeface="Times New Roman" panose="02020603050405020304" pitchFamily="18" charset="0"/>
            </a:endParaRPr>
          </a:p>
          <a:p>
            <a:pPr indent="457200">
              <a:lnSpc>
                <a:spcPct val="106000"/>
              </a:lnSpc>
              <a:spcAft>
                <a:spcPts val="800"/>
              </a:spcAft>
            </a:pPr>
            <a:r>
              <a:rPr lang="en-US" sz="2800" dirty="0">
                <a:solidFill>
                  <a:srgbClr val="002060"/>
                </a:solidFill>
                <a:effectLst/>
                <a:latin typeface="Trebuchet MS" panose="020B0603020202020204" pitchFamily="34" charset="0"/>
                <a:ea typeface="Calibri" panose="020F0502020204030204" pitchFamily="34" charset="0"/>
                <a:cs typeface="Calibri" panose="020F0502020204030204" pitchFamily="34" charset="0"/>
              </a:rPr>
              <a:t>The system comprises 3 major modules with their sub-modules as follows: </a:t>
            </a:r>
            <a:endParaRPr lang="en-IN" dirty="0">
              <a:solidFill>
                <a:srgbClr val="002060"/>
              </a:solidFill>
              <a:effectLst/>
              <a:latin typeface="Trebuchet MS" panose="020B0603020202020204" pitchFamily="34" charset="0"/>
              <a:ea typeface="Calibri" panose="020F0502020204030204" pitchFamily="34" charset="0"/>
              <a:cs typeface="Times New Roman" panose="02020603050405020304" pitchFamily="18" charset="0"/>
            </a:endParaRPr>
          </a:p>
          <a:p>
            <a:pPr marL="0" indent="0">
              <a:lnSpc>
                <a:spcPct val="106000"/>
              </a:lnSpc>
              <a:spcAft>
                <a:spcPts val="800"/>
              </a:spcAft>
              <a:buNone/>
            </a:pPr>
            <a:endParaRPr lang="en-IN" dirty="0">
              <a:solidFill>
                <a:srgbClr val="002060"/>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ct val="106000"/>
              </a:lnSpc>
              <a:buFont typeface="Wingdings" panose="05000000000000000000" pitchFamily="2" charset="2"/>
              <a:buChar char=""/>
            </a:pPr>
            <a:r>
              <a:rPr lang="en-IN" sz="2800" b="1" u="sng" dirty="0">
                <a:solidFill>
                  <a:srgbClr val="002060"/>
                </a:solidFill>
                <a:effectLst/>
                <a:latin typeface="Trebuchet MS" panose="020B0603020202020204" pitchFamily="34" charset="0"/>
                <a:ea typeface="Calibri" panose="020F0502020204030204" pitchFamily="34" charset="0"/>
                <a:cs typeface="Calibri" panose="020F0502020204030204" pitchFamily="34" charset="0"/>
              </a:rPr>
              <a:t>ADMIN:</a:t>
            </a:r>
            <a:endParaRPr lang="en-IN" dirty="0">
              <a:solidFill>
                <a:srgbClr val="002060"/>
              </a:solidFill>
              <a:effectLst/>
              <a:latin typeface="Trebuchet MS" panose="020B0603020202020204" pitchFamily="34" charset="0"/>
              <a:ea typeface="Calibri" panose="020F0502020204030204" pitchFamily="34" charset="0"/>
              <a:cs typeface="Times New Roman" panose="02020603050405020304" pitchFamily="18" charset="0"/>
            </a:endParaRPr>
          </a:p>
          <a:p>
            <a:pPr>
              <a:lnSpc>
                <a:spcPct val="106000"/>
              </a:lnSpc>
            </a:pPr>
            <a:r>
              <a:rPr lang="en-IN" sz="2800" b="1" dirty="0">
                <a:solidFill>
                  <a:srgbClr val="002060"/>
                </a:solidFill>
                <a:effectLst/>
                <a:latin typeface="Trebuchet MS" panose="020B0603020202020204" pitchFamily="34" charset="0"/>
                <a:ea typeface="Calibri" panose="020F0502020204030204" pitchFamily="34" charset="0"/>
                <a:cs typeface="Calibri" panose="020F0502020204030204" pitchFamily="34" charset="0"/>
              </a:rPr>
              <a:t>Login: </a:t>
            </a:r>
            <a:r>
              <a:rPr lang="en-IN" sz="2800" dirty="0">
                <a:solidFill>
                  <a:srgbClr val="002060"/>
                </a:solidFill>
                <a:effectLst/>
                <a:latin typeface="Trebuchet MS" panose="020B0603020202020204" pitchFamily="34" charset="0"/>
                <a:ea typeface="Calibri" panose="020F0502020204030204" pitchFamily="34" charset="0"/>
                <a:cs typeface="Calibri" panose="020F0502020204030204" pitchFamily="34" charset="0"/>
              </a:rPr>
              <a:t>The admin can login to the system using a username and password.</a:t>
            </a:r>
            <a:endParaRPr lang="en-IN" dirty="0">
              <a:solidFill>
                <a:srgbClr val="002060"/>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ct val="106000"/>
              </a:lnSpc>
              <a:buFont typeface="Symbol" panose="05050102010706020507" pitchFamily="18" charset="2"/>
              <a:buChar char=""/>
            </a:pPr>
            <a:r>
              <a:rPr lang="en-IN" sz="2800" b="1" dirty="0">
                <a:solidFill>
                  <a:srgbClr val="002060"/>
                </a:solidFill>
                <a:effectLst/>
                <a:latin typeface="Trebuchet MS" panose="020B0603020202020204" pitchFamily="34" charset="0"/>
                <a:ea typeface="Calibri" panose="020F0502020204030204" pitchFamily="34" charset="0"/>
                <a:cs typeface="Calibri" panose="020F0502020204030204" pitchFamily="34" charset="0"/>
              </a:rPr>
              <a:t>View Bird sanctuary:</a:t>
            </a:r>
            <a:endParaRPr lang="en-IN" dirty="0">
              <a:solidFill>
                <a:srgbClr val="002060"/>
              </a:solidFill>
              <a:effectLst/>
              <a:latin typeface="Trebuchet MS" panose="020B0603020202020204" pitchFamily="34" charset="0"/>
              <a:ea typeface="Calibri" panose="020F0502020204030204" pitchFamily="34" charset="0"/>
              <a:cs typeface="Times New Roman" panose="02020603050405020304" pitchFamily="18" charset="0"/>
            </a:endParaRPr>
          </a:p>
          <a:p>
            <a:pPr marL="742950" lvl="1" indent="-285750">
              <a:lnSpc>
                <a:spcPct val="106000"/>
              </a:lnSpc>
              <a:buFont typeface="Courier New" panose="02070309020205020404" pitchFamily="49" charset="0"/>
              <a:buChar char="o"/>
            </a:pPr>
            <a:r>
              <a:rPr lang="en-IN" sz="2800" b="1" dirty="0">
                <a:solidFill>
                  <a:srgbClr val="002060"/>
                </a:solidFill>
                <a:effectLst/>
                <a:latin typeface="Trebuchet MS" panose="020B0603020202020204" pitchFamily="34" charset="0"/>
                <a:ea typeface="Calibri" panose="020F0502020204030204" pitchFamily="34" charset="0"/>
                <a:cs typeface="Calibri" panose="020F0502020204030204" pitchFamily="34" charset="0"/>
              </a:rPr>
              <a:t>Accept/Reject: </a:t>
            </a:r>
            <a:r>
              <a:rPr lang="en-IN" sz="2800" dirty="0">
                <a:solidFill>
                  <a:srgbClr val="002060"/>
                </a:solidFill>
                <a:effectLst/>
                <a:latin typeface="Trebuchet MS" panose="020B0603020202020204" pitchFamily="34" charset="0"/>
                <a:ea typeface="Calibri" panose="020F0502020204030204" pitchFamily="34" charset="0"/>
                <a:cs typeface="Calibri" panose="020F0502020204030204" pitchFamily="34" charset="0"/>
              </a:rPr>
              <a:t>They can view  the bird sanctuary details. Also, they can accept or reject the ticket allocation for the user.</a:t>
            </a:r>
            <a:endParaRPr lang="en-IN" dirty="0">
              <a:solidFill>
                <a:srgbClr val="002060"/>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ct val="106000"/>
              </a:lnSpc>
              <a:buFont typeface="Symbol" panose="05050102010706020507" pitchFamily="18" charset="2"/>
              <a:buChar char=""/>
            </a:pPr>
            <a:r>
              <a:rPr lang="en-IN" sz="2800" b="1" dirty="0">
                <a:solidFill>
                  <a:srgbClr val="002060"/>
                </a:solidFill>
                <a:effectLst/>
                <a:latin typeface="Trebuchet MS" panose="020B0603020202020204" pitchFamily="34" charset="0"/>
                <a:ea typeface="Calibri" panose="020F0502020204030204" pitchFamily="34" charset="0"/>
                <a:cs typeface="Calibri" panose="020F0502020204030204" pitchFamily="34" charset="0"/>
              </a:rPr>
              <a:t>View User Information:</a:t>
            </a:r>
            <a:r>
              <a:rPr lang="en-IN" sz="2800" dirty="0">
                <a:solidFill>
                  <a:srgbClr val="002060"/>
                </a:solidFill>
                <a:effectLst/>
                <a:latin typeface="Trebuchet MS" panose="020B0603020202020204" pitchFamily="34" charset="0"/>
                <a:ea typeface="Calibri" panose="020F0502020204030204" pitchFamily="34" charset="0"/>
                <a:cs typeface="Calibri" panose="020F0502020204030204" pitchFamily="34" charset="0"/>
              </a:rPr>
              <a:t> The admin can view all the user information based on ticket allotment</a:t>
            </a:r>
            <a:endParaRPr lang="en-IN" dirty="0">
              <a:solidFill>
                <a:srgbClr val="002060"/>
              </a:solidFill>
              <a:effectLst/>
              <a:latin typeface="Trebuchet MS" panose="020B060302020202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791804201"/>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B8323C-FBC7-7337-C22D-1B1020637BA9}"/>
              </a:ext>
            </a:extLst>
          </p:cNvPr>
          <p:cNvSpPr txBox="1"/>
          <p:nvPr/>
        </p:nvSpPr>
        <p:spPr>
          <a:xfrm>
            <a:off x="99152" y="1"/>
            <a:ext cx="12092848" cy="7837145"/>
          </a:xfrm>
          <a:prstGeom prst="rect">
            <a:avLst/>
          </a:prstGeom>
          <a:noFill/>
        </p:spPr>
        <p:txBody>
          <a:bodyPr wrap="square">
            <a:spAutoFit/>
          </a:bodyPr>
          <a:lstStyle/>
          <a:p>
            <a:pPr marL="342900" lvl="0" indent="-342900">
              <a:lnSpc>
                <a:spcPct val="106000"/>
              </a:lnSpc>
              <a:buFont typeface="Wingdings" panose="05000000000000000000" pitchFamily="2" charset="2"/>
              <a:buChar char=""/>
            </a:pPr>
            <a:r>
              <a:rPr lang="en-IN" sz="2600" b="1" dirty="0">
                <a:solidFill>
                  <a:schemeClr val="accent2">
                    <a:lumMod val="50000"/>
                  </a:schemeClr>
                </a:solidFill>
                <a:latin typeface="Trebuchet MS" panose="020B0603020202020204" pitchFamily="34" charset="0"/>
                <a:ea typeface="Calibri" panose="020F0502020204030204" pitchFamily="34" charset="0"/>
                <a:cs typeface="Calibri" panose="020F0502020204030204" pitchFamily="34" charset="0"/>
              </a:rPr>
              <a:t>USER</a:t>
            </a:r>
            <a:r>
              <a:rPr lang="en-IN" sz="2600" b="1" dirty="0">
                <a:solidFill>
                  <a:schemeClr val="accent2">
                    <a:lumMod val="50000"/>
                  </a:schemeClr>
                </a:solidFill>
                <a:effectLst/>
                <a:latin typeface="Trebuchet MS" panose="020B0603020202020204" pitchFamily="34" charset="0"/>
                <a:ea typeface="Calibri" panose="020F0502020204030204" pitchFamily="34" charset="0"/>
                <a:cs typeface="Calibri" panose="020F0502020204030204" pitchFamily="34" charset="0"/>
              </a:rPr>
              <a:t>:</a:t>
            </a:r>
            <a:endParaRPr lang="en-IN" sz="2600" dirty="0">
              <a:solidFill>
                <a:schemeClr val="accent2">
                  <a:lumMod val="50000"/>
                </a:schemeClr>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ct val="106000"/>
              </a:lnSpc>
              <a:buFont typeface="Symbol" panose="05050102010706020507" pitchFamily="18" charset="2"/>
              <a:buChar char=""/>
            </a:pPr>
            <a:r>
              <a:rPr lang="en-IN" sz="2600" b="1" dirty="0">
                <a:solidFill>
                  <a:schemeClr val="accent2">
                    <a:lumMod val="50000"/>
                  </a:schemeClr>
                </a:solidFill>
                <a:effectLst/>
                <a:latin typeface="Trebuchet MS" panose="020B0603020202020204" pitchFamily="34" charset="0"/>
                <a:ea typeface="Calibri" panose="020F0502020204030204" pitchFamily="34" charset="0"/>
                <a:cs typeface="Calibri" panose="020F0502020204030204" pitchFamily="34" charset="0"/>
              </a:rPr>
              <a:t>Register: </a:t>
            </a:r>
            <a:r>
              <a:rPr lang="en-IN" sz="2600" dirty="0">
                <a:solidFill>
                  <a:schemeClr val="accent2">
                    <a:lumMod val="50000"/>
                  </a:schemeClr>
                </a:solidFill>
                <a:latin typeface="Trebuchet MS" panose="020B0603020202020204" pitchFamily="34" charset="0"/>
                <a:ea typeface="Calibri" panose="020F0502020204030204" pitchFamily="34" charset="0"/>
                <a:cs typeface="Calibri" panose="020F0502020204030204" pitchFamily="34" charset="0"/>
              </a:rPr>
              <a:t>user</a:t>
            </a:r>
            <a:r>
              <a:rPr lang="en-IN" sz="2600" dirty="0">
                <a:solidFill>
                  <a:schemeClr val="accent2">
                    <a:lumMod val="50000"/>
                  </a:schemeClr>
                </a:solidFill>
                <a:effectLst/>
                <a:latin typeface="Trebuchet MS" panose="020B0603020202020204" pitchFamily="34" charset="0"/>
                <a:ea typeface="Calibri" panose="020F0502020204030204" pitchFamily="34" charset="0"/>
                <a:cs typeface="Calibri" panose="020F0502020204030204" pitchFamily="34" charset="0"/>
              </a:rPr>
              <a:t> will need to register first to log in with their basic details.</a:t>
            </a:r>
            <a:endParaRPr lang="en-IN" sz="2600" dirty="0">
              <a:solidFill>
                <a:schemeClr val="accent2">
                  <a:lumMod val="50000"/>
                </a:schemeClr>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ct val="106000"/>
              </a:lnSpc>
              <a:buFont typeface="Symbol" panose="05050102010706020507" pitchFamily="18" charset="2"/>
              <a:buChar char=""/>
            </a:pPr>
            <a:r>
              <a:rPr lang="en-IN" sz="2600" b="1" dirty="0">
                <a:solidFill>
                  <a:schemeClr val="accent2">
                    <a:lumMod val="50000"/>
                  </a:schemeClr>
                </a:solidFill>
                <a:effectLst/>
                <a:latin typeface="Trebuchet MS" panose="020B0603020202020204" pitchFamily="34" charset="0"/>
                <a:ea typeface="Calibri" panose="020F0502020204030204" pitchFamily="34" charset="0"/>
                <a:cs typeface="Calibri" panose="020F0502020204030204" pitchFamily="34" charset="0"/>
              </a:rPr>
              <a:t>Login: </a:t>
            </a:r>
            <a:r>
              <a:rPr lang="en-IN" sz="2600" dirty="0">
                <a:solidFill>
                  <a:schemeClr val="accent2">
                    <a:lumMod val="50000"/>
                  </a:schemeClr>
                </a:solidFill>
                <a:effectLst/>
                <a:latin typeface="Trebuchet MS" panose="020B0603020202020204" pitchFamily="34" charset="0"/>
                <a:ea typeface="Calibri" panose="020F0502020204030204" pitchFamily="34" charset="0"/>
                <a:cs typeface="Calibri" panose="020F0502020204030204" pitchFamily="34" charset="0"/>
              </a:rPr>
              <a:t>They can log in using their username and password.</a:t>
            </a:r>
            <a:endParaRPr lang="en-IN" sz="2600" dirty="0">
              <a:solidFill>
                <a:schemeClr val="accent2">
                  <a:lumMod val="50000"/>
                </a:schemeClr>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ct val="106000"/>
              </a:lnSpc>
              <a:buFont typeface="Symbol" panose="05050102010706020507" pitchFamily="18" charset="2"/>
              <a:buChar char=""/>
            </a:pPr>
            <a:r>
              <a:rPr lang="en-IN" sz="2600" b="1" dirty="0">
                <a:solidFill>
                  <a:schemeClr val="accent2">
                    <a:lumMod val="50000"/>
                  </a:schemeClr>
                </a:solidFill>
                <a:effectLst/>
                <a:latin typeface="Trebuchet MS" panose="020B0603020202020204" pitchFamily="34" charset="0"/>
                <a:ea typeface="Calibri" panose="020F0502020204030204" pitchFamily="34" charset="0"/>
                <a:cs typeface="Calibri" panose="020F0502020204030204" pitchFamily="34" charset="0"/>
              </a:rPr>
              <a:t>My profile: </a:t>
            </a:r>
            <a:r>
              <a:rPr lang="en-IN" sz="2600" dirty="0">
                <a:solidFill>
                  <a:schemeClr val="accent2">
                    <a:lumMod val="50000"/>
                  </a:schemeClr>
                </a:solidFill>
                <a:effectLst/>
                <a:latin typeface="Trebuchet MS" panose="020B0603020202020204" pitchFamily="34" charset="0"/>
                <a:ea typeface="Calibri" panose="020F0502020204030204" pitchFamily="34" charset="0"/>
                <a:cs typeface="Calibri" panose="020F0502020204030204" pitchFamily="34" charset="0"/>
              </a:rPr>
              <a:t>Also, they can make necessary changes to their profile details.</a:t>
            </a:r>
            <a:r>
              <a:rPr lang="en-IN" sz="2600" b="1" dirty="0">
                <a:solidFill>
                  <a:schemeClr val="accent2">
                    <a:lumMod val="50000"/>
                  </a:schemeClr>
                </a:solidFill>
                <a:effectLst/>
                <a:latin typeface="Trebuchet MS" panose="020B0603020202020204" pitchFamily="34" charset="0"/>
                <a:ea typeface="Calibri" panose="020F0502020204030204" pitchFamily="34" charset="0"/>
                <a:cs typeface="Calibri" panose="020F0502020204030204" pitchFamily="34" charset="0"/>
              </a:rPr>
              <a:t> </a:t>
            </a:r>
            <a:endParaRPr lang="en-IN" sz="2600" dirty="0">
              <a:solidFill>
                <a:schemeClr val="accent2">
                  <a:lumMod val="50000"/>
                </a:schemeClr>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ct val="106000"/>
              </a:lnSpc>
              <a:buFont typeface="Symbol" panose="05050102010706020507" pitchFamily="18" charset="2"/>
              <a:buChar char=""/>
            </a:pPr>
            <a:r>
              <a:rPr lang="en-IN" sz="2600" b="1" dirty="0">
                <a:solidFill>
                  <a:schemeClr val="accent2">
                    <a:lumMod val="50000"/>
                  </a:schemeClr>
                </a:solidFill>
                <a:effectLst/>
                <a:latin typeface="Trebuchet MS" panose="020B0603020202020204" pitchFamily="34" charset="0"/>
                <a:ea typeface="Calibri" panose="020F0502020204030204" pitchFamily="34" charset="0"/>
                <a:cs typeface="Calibri" panose="020F0502020204030204" pitchFamily="34" charset="0"/>
              </a:rPr>
              <a:t>Change Password: </a:t>
            </a:r>
            <a:r>
              <a:rPr lang="en-IN" sz="2600" dirty="0">
                <a:solidFill>
                  <a:schemeClr val="accent2">
                    <a:lumMod val="50000"/>
                  </a:schemeClr>
                </a:solidFill>
                <a:effectLst/>
                <a:latin typeface="Trebuchet MS" panose="020B0603020202020204" pitchFamily="34" charset="0"/>
                <a:ea typeface="Calibri" panose="020F0502020204030204" pitchFamily="34" charset="0"/>
                <a:cs typeface="Calibri" panose="020F0502020204030204" pitchFamily="34" charset="0"/>
              </a:rPr>
              <a:t>They can easily change their old password to the new one.</a:t>
            </a:r>
            <a:endParaRPr lang="en-IN" sz="2600" dirty="0">
              <a:solidFill>
                <a:schemeClr val="accent2">
                  <a:lumMod val="50000"/>
                </a:schemeClr>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ct val="106000"/>
              </a:lnSpc>
              <a:buFont typeface="Symbol" panose="05050102010706020507" pitchFamily="18" charset="2"/>
              <a:buChar char=""/>
            </a:pPr>
            <a:r>
              <a:rPr lang="en-IN" sz="2600" b="1" dirty="0">
                <a:solidFill>
                  <a:schemeClr val="accent2">
                    <a:lumMod val="50000"/>
                  </a:schemeClr>
                </a:solidFill>
                <a:effectLst/>
                <a:latin typeface="Trebuchet MS" panose="020B0603020202020204" pitchFamily="34" charset="0"/>
                <a:ea typeface="Calibri" panose="020F0502020204030204" pitchFamily="34" charset="0"/>
                <a:cs typeface="Calibri" panose="020F0502020204030204" pitchFamily="34" charset="0"/>
              </a:rPr>
              <a:t>Book Ticket:</a:t>
            </a:r>
            <a:r>
              <a:rPr lang="en-IN" sz="2600" dirty="0">
                <a:solidFill>
                  <a:schemeClr val="accent2">
                    <a:lumMod val="50000"/>
                  </a:schemeClr>
                </a:solidFill>
                <a:effectLst/>
                <a:latin typeface="Trebuchet MS" panose="020B0603020202020204" pitchFamily="34" charset="0"/>
                <a:ea typeface="Calibri" panose="020F0502020204030204" pitchFamily="34" charset="0"/>
                <a:cs typeface="Calibri" panose="020F0502020204030204" pitchFamily="34" charset="0"/>
              </a:rPr>
              <a:t> They can further book </a:t>
            </a:r>
            <a:r>
              <a:rPr lang="en-IN" sz="2600" dirty="0">
                <a:solidFill>
                  <a:schemeClr val="accent2">
                    <a:lumMod val="50000"/>
                  </a:schemeClr>
                </a:solidFill>
                <a:latin typeface="Trebuchet MS" panose="020B0603020202020204" pitchFamily="34" charset="0"/>
                <a:ea typeface="Calibri" panose="020F0502020204030204" pitchFamily="34" charset="0"/>
                <a:cs typeface="Calibri" panose="020F0502020204030204" pitchFamily="34" charset="0"/>
              </a:rPr>
              <a:t>the ticket</a:t>
            </a:r>
            <a:r>
              <a:rPr lang="en-IN" sz="2600" dirty="0">
                <a:solidFill>
                  <a:schemeClr val="accent2">
                    <a:lumMod val="50000"/>
                  </a:schemeClr>
                </a:solidFill>
                <a:effectLst/>
                <a:latin typeface="Trebuchet MS" panose="020B0603020202020204" pitchFamily="34" charset="0"/>
                <a:ea typeface="Calibri" panose="020F0502020204030204" pitchFamily="34" charset="0"/>
                <a:cs typeface="Calibri" panose="020F0502020204030204" pitchFamily="34" charset="0"/>
              </a:rPr>
              <a:t> for </a:t>
            </a:r>
            <a:r>
              <a:rPr lang="en-IN" sz="2600" dirty="0">
                <a:solidFill>
                  <a:schemeClr val="accent2">
                    <a:lumMod val="50000"/>
                  </a:schemeClr>
                </a:solidFill>
                <a:latin typeface="Trebuchet MS" panose="020B0603020202020204" pitchFamily="34" charset="0"/>
                <a:ea typeface="Calibri" panose="020F0502020204030204" pitchFamily="34" charset="0"/>
                <a:cs typeface="Calibri" panose="020F0502020204030204" pitchFamily="34" charset="0"/>
              </a:rPr>
              <a:t>their families</a:t>
            </a:r>
            <a:r>
              <a:rPr lang="en-IN" sz="2600" dirty="0">
                <a:solidFill>
                  <a:schemeClr val="accent2">
                    <a:lumMod val="50000"/>
                  </a:schemeClr>
                </a:solidFill>
                <a:effectLst/>
                <a:latin typeface="Trebuchet MS" panose="020B0603020202020204" pitchFamily="34" charset="0"/>
                <a:ea typeface="Calibri" panose="020F0502020204030204" pitchFamily="34" charset="0"/>
                <a:cs typeface="Calibri" panose="020F0502020204030204" pitchFamily="34" charset="0"/>
              </a:rPr>
              <a:t>.</a:t>
            </a:r>
          </a:p>
          <a:p>
            <a:pPr marL="342900" lvl="0" indent="-342900">
              <a:lnSpc>
                <a:spcPct val="106000"/>
              </a:lnSpc>
              <a:buFont typeface="Symbol" panose="05050102010706020507" pitchFamily="18" charset="2"/>
              <a:buChar char=""/>
            </a:pPr>
            <a:r>
              <a:rPr lang="en-IN" sz="2600" b="1" dirty="0">
                <a:solidFill>
                  <a:schemeClr val="accent2">
                    <a:lumMod val="50000"/>
                  </a:schemeClr>
                </a:solidFill>
                <a:latin typeface="Trebuchet MS" panose="020B0603020202020204" pitchFamily="34" charset="0"/>
                <a:ea typeface="Calibri" panose="020F0502020204030204" pitchFamily="34" charset="0"/>
                <a:cs typeface="Calibri" panose="020F0502020204030204" pitchFamily="34" charset="0"/>
              </a:rPr>
              <a:t>Payment: </a:t>
            </a:r>
            <a:r>
              <a:rPr lang="en-IN" sz="2600" dirty="0">
                <a:solidFill>
                  <a:schemeClr val="accent2">
                    <a:lumMod val="50000"/>
                  </a:schemeClr>
                </a:solidFill>
                <a:latin typeface="Trebuchet MS" panose="020B0603020202020204" pitchFamily="34" charset="0"/>
                <a:ea typeface="Calibri" panose="020F0502020204030204" pitchFamily="34" charset="0"/>
                <a:cs typeface="Calibri" panose="020F0502020204030204" pitchFamily="34" charset="0"/>
              </a:rPr>
              <a:t>The user can pay the fees through the online mode.</a:t>
            </a:r>
          </a:p>
          <a:p>
            <a:pPr marL="342900" lvl="0" indent="-342900">
              <a:lnSpc>
                <a:spcPct val="106000"/>
              </a:lnSpc>
              <a:buFont typeface="Symbol" panose="05050102010706020507" pitchFamily="18" charset="2"/>
              <a:buChar char=""/>
            </a:pPr>
            <a:endParaRPr lang="en-IN" sz="2600" dirty="0">
              <a:solidFill>
                <a:schemeClr val="accent2">
                  <a:lumMod val="50000"/>
                </a:schemeClr>
              </a:solidFill>
              <a:effectLst/>
              <a:latin typeface="Trebuchet MS" panose="020B0603020202020204" pitchFamily="34" charset="0"/>
              <a:ea typeface="Calibri" panose="020F0502020204030204" pitchFamily="34" charset="0"/>
              <a:cs typeface="Calibri" panose="020F0502020204030204" pitchFamily="34" charset="0"/>
            </a:endParaRPr>
          </a:p>
          <a:p>
            <a:pPr marL="457200" lvl="0" indent="-457200">
              <a:lnSpc>
                <a:spcPct val="106000"/>
              </a:lnSpc>
              <a:buFont typeface="Wingdings" panose="05000000000000000000" pitchFamily="2" charset="2"/>
              <a:buChar char="v"/>
            </a:pPr>
            <a:r>
              <a:rPr lang="en-IN" sz="2600" b="1" dirty="0">
                <a:solidFill>
                  <a:schemeClr val="accent2">
                    <a:lumMod val="50000"/>
                  </a:schemeClr>
                </a:solidFill>
                <a:effectLst/>
                <a:latin typeface="Trebuchet MS" panose="020B0603020202020204" pitchFamily="34" charset="0"/>
                <a:ea typeface="Calibri" panose="020F0502020204030204" pitchFamily="34" charset="0"/>
                <a:cs typeface="Times New Roman" panose="02020603050405020304" pitchFamily="18" charset="0"/>
              </a:rPr>
              <a:t>Staff manager</a:t>
            </a:r>
            <a:r>
              <a:rPr lang="en-IN" sz="2600" dirty="0">
                <a:solidFill>
                  <a:schemeClr val="accent2">
                    <a:lumMod val="50000"/>
                  </a:schemeClr>
                </a:solidFill>
                <a:effectLst/>
                <a:latin typeface="Trebuchet MS" panose="020B0603020202020204" pitchFamily="34" charset="0"/>
                <a:ea typeface="Calibri" panose="020F0502020204030204" pitchFamily="34" charset="0"/>
                <a:cs typeface="Times New Roman" panose="02020603050405020304" pitchFamily="18" charset="0"/>
              </a:rPr>
              <a:t>:</a:t>
            </a:r>
          </a:p>
          <a:p>
            <a:pPr marL="457200" lvl="0" indent="-457200">
              <a:lnSpc>
                <a:spcPct val="106000"/>
              </a:lnSpc>
              <a:buFont typeface="Arial" panose="020B0604020202020204" pitchFamily="34" charset="0"/>
              <a:buChar char="•"/>
            </a:pPr>
            <a:r>
              <a:rPr lang="en-IN" sz="2600" b="1" dirty="0">
                <a:solidFill>
                  <a:schemeClr val="accent2">
                    <a:lumMod val="50000"/>
                  </a:schemeClr>
                </a:solidFill>
                <a:effectLst/>
                <a:latin typeface="Trebuchet MS" panose="020B0603020202020204" pitchFamily="34" charset="0"/>
                <a:ea typeface="Calibri" panose="020F0502020204030204" pitchFamily="34" charset="0"/>
                <a:cs typeface="Times New Roman" panose="02020603050405020304" pitchFamily="18" charset="0"/>
              </a:rPr>
              <a:t>Login: </a:t>
            </a:r>
            <a:r>
              <a:rPr lang="en-IN" sz="2600" dirty="0">
                <a:solidFill>
                  <a:schemeClr val="accent2">
                    <a:lumMod val="50000"/>
                  </a:schemeClr>
                </a:solidFill>
                <a:effectLst/>
                <a:latin typeface="Trebuchet MS" panose="020B0603020202020204" pitchFamily="34" charset="0"/>
                <a:ea typeface="Calibri" panose="020F0502020204030204" pitchFamily="34" charset="0"/>
                <a:cs typeface="Times New Roman" panose="02020603050405020304" pitchFamily="18" charset="0"/>
              </a:rPr>
              <a:t>manager can login with credential details.</a:t>
            </a:r>
          </a:p>
          <a:p>
            <a:pPr marL="457200" lvl="0" indent="-457200">
              <a:lnSpc>
                <a:spcPct val="106000"/>
              </a:lnSpc>
              <a:buFont typeface="Arial" panose="020B0604020202020204" pitchFamily="34" charset="0"/>
              <a:buChar char="•"/>
            </a:pPr>
            <a:r>
              <a:rPr lang="en-IN" sz="2600" b="1" dirty="0">
                <a:solidFill>
                  <a:schemeClr val="accent2">
                    <a:lumMod val="50000"/>
                  </a:schemeClr>
                </a:solidFill>
                <a:latin typeface="Trebuchet MS" panose="020B0603020202020204" pitchFamily="34" charset="0"/>
                <a:ea typeface="Calibri" panose="020F0502020204030204" pitchFamily="34" charset="0"/>
                <a:cs typeface="Times New Roman" panose="02020603050405020304" pitchFamily="18" charset="0"/>
              </a:rPr>
              <a:t>View user information: the</a:t>
            </a:r>
            <a:r>
              <a:rPr lang="en-IN" sz="2600" dirty="0">
                <a:solidFill>
                  <a:schemeClr val="accent2">
                    <a:lumMod val="50000"/>
                  </a:schemeClr>
                </a:solidFill>
                <a:latin typeface="Trebuchet MS" panose="020B0603020202020204" pitchFamily="34" charset="0"/>
                <a:ea typeface="Calibri" panose="020F0502020204030204" pitchFamily="34" charset="0"/>
                <a:cs typeface="Times New Roman" panose="02020603050405020304" pitchFamily="18" charset="0"/>
              </a:rPr>
              <a:t> manager can view the number of visitors per day  visited the bird sanctuary and track the user based on the ticket allotment of the user.</a:t>
            </a:r>
            <a:endParaRPr lang="en-IN" sz="2600" dirty="0">
              <a:solidFill>
                <a:schemeClr val="accent2">
                  <a:lumMod val="50000"/>
                </a:schemeClr>
              </a:solidFill>
              <a:effectLst/>
              <a:latin typeface="Trebuchet MS" panose="020B0603020202020204" pitchFamily="34" charset="0"/>
              <a:ea typeface="Calibri" panose="020F0502020204030204" pitchFamily="34" charset="0"/>
              <a:cs typeface="Times New Roman" panose="02020603050405020304" pitchFamily="18" charset="0"/>
            </a:endParaRPr>
          </a:p>
          <a:p>
            <a:pPr marL="457200" lvl="0" indent="-457200">
              <a:lnSpc>
                <a:spcPct val="106000"/>
              </a:lnSpc>
              <a:buFont typeface="Wingdings" panose="05000000000000000000" pitchFamily="2" charset="2"/>
              <a:buChar char="v"/>
            </a:pP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457200" lvl="0" indent="-457200">
              <a:lnSpc>
                <a:spcPct val="106000"/>
              </a:lnSpc>
              <a:buFont typeface="Arial" panose="020B0604020202020204" pitchFamily="34" charset="0"/>
              <a:buChar char="•"/>
            </a:pP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6000"/>
              </a:lnSpc>
            </a:pP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457200" lvl="0" indent="-457200">
              <a:lnSpc>
                <a:spcPct val="106000"/>
              </a:lnSpc>
              <a:buFont typeface="Arial" panose="020B0604020202020204" pitchFamily="34" charset="0"/>
              <a:buChar char="•"/>
            </a:pP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78828617"/>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50AEDD-05FE-13DF-6BD3-64C2A80941C5}"/>
              </a:ext>
            </a:extLst>
          </p:cNvPr>
          <p:cNvSpPr txBox="1"/>
          <p:nvPr/>
        </p:nvSpPr>
        <p:spPr>
          <a:xfrm>
            <a:off x="319490" y="121186"/>
            <a:ext cx="11501610" cy="6377323"/>
          </a:xfrm>
          <a:prstGeom prst="rect">
            <a:avLst/>
          </a:prstGeom>
          <a:noFill/>
        </p:spPr>
        <p:txBody>
          <a:bodyPr wrap="square">
            <a:spAutoFit/>
          </a:bodyPr>
          <a:lstStyle/>
          <a:p>
            <a:pPr>
              <a:lnSpc>
                <a:spcPct val="115000"/>
              </a:lnSpc>
              <a:spcAft>
                <a:spcPts val="600"/>
              </a:spcAft>
            </a:pPr>
            <a:r>
              <a:rPr lang="en-US" sz="2600" b="1" dirty="0">
                <a:solidFill>
                  <a:srgbClr val="1F3864"/>
                </a:solidFill>
                <a:effectLst/>
                <a:latin typeface="Trebuchet MS" panose="020B0603020202020204" pitchFamily="34" charset="0"/>
                <a:ea typeface="Times New Roman" panose="02020603050405020304" pitchFamily="18" charset="0"/>
                <a:cs typeface="Times New Roman" panose="02020603050405020304" pitchFamily="18" charset="0"/>
              </a:rPr>
              <a:t>Tools/platform, languages to be used:</a:t>
            </a:r>
            <a:endParaRPr lang="en-IN" sz="2600" dirty="0">
              <a:effectLst/>
              <a:latin typeface="Trebuchet MS" panose="020B0603020202020204" pitchFamily="34" charset="0"/>
              <a:ea typeface="Calibri" panose="020F0502020204030204" pitchFamily="34" charset="0"/>
              <a:cs typeface="Times New Roman" panose="02020603050405020304" pitchFamily="18" charset="0"/>
            </a:endParaRPr>
          </a:p>
          <a:p>
            <a:pPr>
              <a:lnSpc>
                <a:spcPct val="115000"/>
              </a:lnSpc>
              <a:spcAft>
                <a:spcPts val="600"/>
              </a:spcAft>
            </a:pPr>
            <a:r>
              <a:rPr lang="en-US" sz="2600" b="1" u="sng" dirty="0">
                <a:solidFill>
                  <a:srgbClr val="1F3864"/>
                </a:solidFill>
                <a:effectLst/>
                <a:latin typeface="Trebuchet MS" panose="020B0603020202020204" pitchFamily="34" charset="0"/>
                <a:ea typeface="Times New Roman" panose="02020603050405020304" pitchFamily="18" charset="0"/>
                <a:cs typeface="Times New Roman" panose="02020603050405020304" pitchFamily="18" charset="0"/>
              </a:rPr>
              <a:t> </a:t>
            </a:r>
            <a:endParaRPr lang="en-IN" sz="2600" dirty="0">
              <a:effectLst/>
              <a:latin typeface="Trebuchet MS" panose="020B0603020202020204" pitchFamily="34" charset="0"/>
              <a:ea typeface="Calibri" panose="020F0502020204030204" pitchFamily="34" charset="0"/>
              <a:cs typeface="Times New Roman" panose="02020603050405020304" pitchFamily="18" charset="0"/>
            </a:endParaRPr>
          </a:p>
          <a:p>
            <a:pPr>
              <a:lnSpc>
                <a:spcPct val="115000"/>
              </a:lnSpc>
              <a:spcAft>
                <a:spcPts val="600"/>
              </a:spcAft>
            </a:pPr>
            <a:r>
              <a:rPr lang="en-US" sz="2600" b="1" dirty="0">
                <a:solidFill>
                  <a:srgbClr val="1F3864"/>
                </a:solidFill>
                <a:effectLst/>
                <a:latin typeface="Trebuchet MS" panose="020B0603020202020204" pitchFamily="34" charset="0"/>
                <a:ea typeface="Times New Roman" panose="02020603050405020304" pitchFamily="18" charset="0"/>
                <a:cs typeface="Times New Roman" panose="02020603050405020304" pitchFamily="18" charset="0"/>
              </a:rPr>
              <a:t>Hardware requirements:</a:t>
            </a:r>
            <a:endParaRPr lang="en-IN" sz="2600" dirty="0">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2600" dirty="0">
                <a:solidFill>
                  <a:srgbClr val="1F3864"/>
                </a:solidFill>
                <a:effectLst/>
                <a:latin typeface="Trebuchet MS" panose="020B0603020202020204" pitchFamily="34" charset="0"/>
                <a:ea typeface="Times New Roman" panose="02020603050405020304" pitchFamily="18" charset="0"/>
                <a:cs typeface="Times New Roman" panose="02020603050405020304" pitchFamily="18" charset="0"/>
              </a:rPr>
              <a:t>Processor    :  Intel core i3 processor</a:t>
            </a:r>
            <a:endParaRPr lang="en-IN" sz="2600" dirty="0">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2600" dirty="0">
                <a:solidFill>
                  <a:srgbClr val="1F3864"/>
                </a:solidFill>
                <a:effectLst/>
                <a:latin typeface="Trebuchet MS" panose="020B0603020202020204" pitchFamily="34" charset="0"/>
                <a:ea typeface="Times New Roman" panose="02020603050405020304" pitchFamily="18" charset="0"/>
                <a:cs typeface="Times New Roman" panose="02020603050405020304" pitchFamily="18" charset="0"/>
              </a:rPr>
              <a:t>RAM            :  4GB RAM / higher</a:t>
            </a:r>
            <a:endParaRPr lang="en-IN" sz="2600" dirty="0">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2600" dirty="0">
                <a:solidFill>
                  <a:srgbClr val="1F3864"/>
                </a:solidFill>
                <a:effectLst/>
                <a:latin typeface="Trebuchet MS" panose="020B0603020202020204" pitchFamily="34" charset="0"/>
                <a:ea typeface="Times New Roman" panose="02020603050405020304" pitchFamily="18" charset="0"/>
                <a:cs typeface="Times New Roman" panose="02020603050405020304" pitchFamily="18" charset="0"/>
              </a:rPr>
              <a:t>Hard disk    : 100GB above</a:t>
            </a:r>
            <a:endParaRPr lang="en-IN" sz="2600" dirty="0">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2600" dirty="0">
                <a:solidFill>
                  <a:srgbClr val="1F3864"/>
                </a:solidFill>
                <a:effectLst/>
                <a:latin typeface="Trebuchet MS" panose="020B0603020202020204" pitchFamily="34" charset="0"/>
                <a:ea typeface="Times New Roman" panose="02020603050405020304" pitchFamily="18" charset="0"/>
                <a:cs typeface="Times New Roman" panose="02020603050405020304" pitchFamily="18" charset="0"/>
              </a:rPr>
              <a:t>Windows    : 10 or above</a:t>
            </a:r>
            <a:endParaRPr lang="en-IN" sz="2600" dirty="0">
              <a:effectLst/>
              <a:latin typeface="Trebuchet MS" panose="020B0603020202020204" pitchFamily="34" charset="0"/>
              <a:ea typeface="Calibri" panose="020F0502020204030204" pitchFamily="34" charset="0"/>
              <a:cs typeface="Times New Roman" panose="02020603050405020304" pitchFamily="18" charset="0"/>
            </a:endParaRPr>
          </a:p>
          <a:p>
            <a:pPr>
              <a:lnSpc>
                <a:spcPct val="115000"/>
              </a:lnSpc>
              <a:spcAft>
                <a:spcPts val="600"/>
              </a:spcAft>
            </a:pPr>
            <a:r>
              <a:rPr lang="en-US" sz="2600" b="1" dirty="0">
                <a:solidFill>
                  <a:srgbClr val="1F3864"/>
                </a:solidFill>
                <a:effectLst/>
                <a:latin typeface="Trebuchet MS" panose="020B0603020202020204" pitchFamily="34" charset="0"/>
                <a:ea typeface="Times New Roman" panose="02020603050405020304" pitchFamily="18" charset="0"/>
                <a:cs typeface="Times New Roman" panose="02020603050405020304" pitchFamily="18" charset="0"/>
              </a:rPr>
              <a:t>Software requirements:</a:t>
            </a:r>
            <a:endParaRPr lang="en-IN" sz="2600" dirty="0">
              <a:effectLst/>
              <a:latin typeface="Trebuchet MS" panose="020B060302020202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Font typeface="Symbol" panose="05050102010706020507" pitchFamily="18" charset="2"/>
              <a:buChar char=""/>
            </a:pPr>
            <a:r>
              <a:rPr lang="en-US" sz="2600" dirty="0">
                <a:solidFill>
                  <a:srgbClr val="1F3864"/>
                </a:solidFill>
                <a:effectLst/>
                <a:latin typeface="Trebuchet MS" panose="020B0603020202020204" pitchFamily="34" charset="0"/>
                <a:ea typeface="Times New Roman" panose="02020603050405020304" pitchFamily="18" charset="0"/>
                <a:cs typeface="Times New Roman" panose="02020603050405020304" pitchFamily="18" charset="0"/>
              </a:rPr>
              <a:t>Frond end       :  HTML, CSS, BOOTSTRAP,JAVASCRIPT.</a:t>
            </a:r>
            <a:endParaRPr lang="en-IN" sz="2600" dirty="0">
              <a:effectLst/>
              <a:latin typeface="Trebuchet MS" panose="020B060302020202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Font typeface="Symbol" panose="05050102010706020507" pitchFamily="18" charset="2"/>
              <a:buChar char=""/>
            </a:pPr>
            <a:r>
              <a:rPr lang="en-US" sz="2600" dirty="0">
                <a:solidFill>
                  <a:srgbClr val="1F3864"/>
                </a:solidFill>
                <a:effectLst/>
                <a:latin typeface="Trebuchet MS" panose="020B0603020202020204" pitchFamily="34" charset="0"/>
                <a:ea typeface="Times New Roman" panose="02020603050405020304" pitchFamily="18" charset="0"/>
                <a:cs typeface="Times New Roman" panose="02020603050405020304" pitchFamily="18" charset="0"/>
              </a:rPr>
              <a:t>Back end         : DJANGO FLASK</a:t>
            </a:r>
            <a:endParaRPr lang="en-IN" sz="2600" dirty="0">
              <a:effectLst/>
              <a:latin typeface="Trebuchet MS" panose="020B060302020202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Font typeface="Symbol" panose="05050102010706020507" pitchFamily="18" charset="2"/>
              <a:buChar char=""/>
            </a:pPr>
            <a:r>
              <a:rPr lang="en-US" sz="2600" dirty="0">
                <a:solidFill>
                  <a:srgbClr val="1F3864"/>
                </a:solidFill>
                <a:effectLst/>
                <a:latin typeface="Trebuchet MS" panose="020B0603020202020204" pitchFamily="34" charset="0"/>
                <a:ea typeface="Times New Roman" panose="02020603050405020304" pitchFamily="18" charset="0"/>
                <a:cs typeface="Times New Roman" panose="02020603050405020304" pitchFamily="18" charset="0"/>
              </a:rPr>
              <a:t>Platform         : Window OS</a:t>
            </a:r>
            <a:endParaRPr lang="en-IN" sz="2600" dirty="0">
              <a:effectLst/>
              <a:latin typeface="Trebuchet MS" panose="020B0603020202020204" pitchFamily="34" charset="0"/>
              <a:ea typeface="Calibri" panose="020F0502020204030204" pitchFamily="34" charset="0"/>
              <a:cs typeface="Times New Roman" panose="02020603050405020304" pitchFamily="18" charset="0"/>
            </a:endParaRPr>
          </a:p>
          <a:p>
            <a:pPr>
              <a:lnSpc>
                <a:spcPct val="115000"/>
              </a:lnSpc>
              <a:spcAft>
                <a:spcPts val="600"/>
              </a:spcAft>
            </a:pPr>
            <a:r>
              <a:rPr lang="en-US" sz="2600" b="1" u="none" strike="noStrike" dirty="0">
                <a:solidFill>
                  <a:srgbClr val="1F3864"/>
                </a:solidFill>
                <a:effectLst/>
                <a:latin typeface="Trebuchet MS" panose="020B0603020202020204" pitchFamily="34" charset="0"/>
                <a:ea typeface="Times New Roman" panose="02020603050405020304" pitchFamily="18" charset="0"/>
                <a:cs typeface="Times New Roman" panose="02020603050405020304" pitchFamily="18" charset="0"/>
              </a:rPr>
              <a:t> </a:t>
            </a:r>
            <a:endParaRPr lang="en-IN" sz="2600" dirty="0">
              <a:effectLst/>
              <a:latin typeface="Trebuchet MS" panose="020B0603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03657871"/>
      </p:ext>
    </p:extLst>
  </p:cSld>
  <p:clrMapOvr>
    <a:masterClrMapping/>
  </p:clrMapOvr>
  <p:transition spd="slow">
    <p:wheel spokes="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6CD67D-4C0D-D819-A8FE-0633DEC1591A}"/>
              </a:ext>
            </a:extLst>
          </p:cNvPr>
          <p:cNvSpPr txBox="1"/>
          <p:nvPr/>
        </p:nvSpPr>
        <p:spPr>
          <a:xfrm>
            <a:off x="308473" y="209320"/>
            <a:ext cx="11688896" cy="4543552"/>
          </a:xfrm>
          <a:prstGeom prst="rect">
            <a:avLst/>
          </a:prstGeom>
          <a:noFill/>
        </p:spPr>
        <p:txBody>
          <a:bodyPr wrap="square">
            <a:spAutoFit/>
          </a:bodyPr>
          <a:lstStyle/>
          <a:p>
            <a:pPr>
              <a:lnSpc>
                <a:spcPct val="115000"/>
              </a:lnSpc>
              <a:spcAft>
                <a:spcPts val="600"/>
              </a:spcAft>
            </a:pPr>
            <a:r>
              <a:rPr lang="en-US" sz="2600" b="1" dirty="0">
                <a:solidFill>
                  <a:srgbClr val="1F3864"/>
                </a:solidFill>
                <a:effectLst/>
                <a:latin typeface="Trebuchet MS" panose="020B0603020202020204" pitchFamily="34" charset="0"/>
                <a:ea typeface="Calibri" panose="020F0502020204030204" pitchFamily="34" charset="0"/>
                <a:cs typeface="Times New Roman" panose="02020603050405020304" pitchFamily="18" charset="0"/>
              </a:rPr>
              <a:t>Limitations of the project:</a:t>
            </a:r>
            <a:endParaRPr lang="en-IN" sz="2600" dirty="0">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ct val="105000"/>
              </a:lnSpc>
              <a:spcAft>
                <a:spcPts val="800"/>
              </a:spcAft>
              <a:buFont typeface="Symbol" panose="05050102010706020507" pitchFamily="18" charset="2"/>
              <a:buChar char=""/>
            </a:pPr>
            <a:r>
              <a:rPr lang="en-US" sz="2600" dirty="0">
                <a:solidFill>
                  <a:srgbClr val="1F3864"/>
                </a:solidFill>
                <a:effectLst/>
                <a:latin typeface="Trebuchet MS" panose="020B0603020202020204" pitchFamily="34" charset="0"/>
                <a:ea typeface="Calibri" panose="020F0502020204030204" pitchFamily="34" charset="0"/>
                <a:cs typeface="Times New Roman" panose="02020603050405020304" pitchFamily="18" charset="0"/>
              </a:rPr>
              <a:t>Internet connection is mandatory.</a:t>
            </a:r>
            <a:endParaRPr lang="en-IN" sz="2600" dirty="0">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ct val="105000"/>
              </a:lnSpc>
              <a:spcAft>
                <a:spcPts val="800"/>
              </a:spcAft>
              <a:buFont typeface="Symbol" panose="05050102010706020507" pitchFamily="18" charset="2"/>
              <a:buChar char=""/>
            </a:pPr>
            <a:r>
              <a:rPr lang="en-US" sz="2600" dirty="0">
                <a:solidFill>
                  <a:srgbClr val="1F3864"/>
                </a:solidFill>
                <a:effectLst/>
                <a:latin typeface="Trebuchet MS" panose="020B0603020202020204" pitchFamily="34" charset="0"/>
                <a:ea typeface="Calibri" panose="020F0502020204030204" pitchFamily="34" charset="0"/>
                <a:cs typeface="Times New Roman" panose="02020603050405020304" pitchFamily="18" charset="0"/>
              </a:rPr>
              <a:t>No multiple language support.</a:t>
            </a:r>
            <a:endParaRPr lang="en-IN" sz="2600" dirty="0">
              <a:effectLst/>
              <a:latin typeface="Trebuchet MS" panose="020B0603020202020204" pitchFamily="34" charset="0"/>
              <a:ea typeface="Calibri" panose="020F0502020204030204" pitchFamily="34" charset="0"/>
              <a:cs typeface="Times New Roman" panose="02020603050405020304" pitchFamily="18" charset="0"/>
            </a:endParaRPr>
          </a:p>
          <a:p>
            <a:pPr marL="773430">
              <a:lnSpc>
                <a:spcPct val="105000"/>
              </a:lnSpc>
              <a:spcAft>
                <a:spcPts val="800"/>
              </a:spcAft>
            </a:pPr>
            <a:r>
              <a:rPr lang="en-US" sz="2600" dirty="0">
                <a:solidFill>
                  <a:srgbClr val="1F3864"/>
                </a:solidFill>
                <a:effectLst/>
                <a:latin typeface="Trebuchet MS" panose="020B0603020202020204" pitchFamily="34" charset="0"/>
                <a:ea typeface="Calibri" panose="020F0502020204030204" pitchFamily="34" charset="0"/>
                <a:cs typeface="Times New Roman" panose="02020603050405020304" pitchFamily="18" charset="0"/>
              </a:rPr>
              <a:t> </a:t>
            </a:r>
            <a:endParaRPr lang="en-IN" sz="2600" dirty="0">
              <a:effectLst/>
              <a:latin typeface="Trebuchet MS" panose="020B0603020202020204" pitchFamily="34" charset="0"/>
              <a:ea typeface="Calibri" panose="020F0502020204030204" pitchFamily="34" charset="0"/>
              <a:cs typeface="Times New Roman" panose="02020603050405020304" pitchFamily="18" charset="0"/>
            </a:endParaRPr>
          </a:p>
          <a:p>
            <a:pPr>
              <a:lnSpc>
                <a:spcPct val="115000"/>
              </a:lnSpc>
              <a:spcAft>
                <a:spcPts val="600"/>
              </a:spcAft>
            </a:pPr>
            <a:r>
              <a:rPr lang="en-US" sz="2600" b="1" u="none" strike="noStrike" dirty="0">
                <a:solidFill>
                  <a:srgbClr val="1F3864"/>
                </a:solidFill>
                <a:effectLst/>
                <a:latin typeface="Trebuchet MS" panose="020B0603020202020204" pitchFamily="34" charset="0"/>
                <a:ea typeface="Calibri" panose="020F0502020204030204" pitchFamily="34" charset="0"/>
                <a:cs typeface="Times New Roman" panose="02020603050405020304" pitchFamily="18" charset="0"/>
              </a:rPr>
              <a:t> </a:t>
            </a:r>
            <a:endParaRPr lang="en-IN" sz="2600" dirty="0">
              <a:effectLst/>
              <a:latin typeface="Trebuchet MS" panose="020B0603020202020204" pitchFamily="34" charset="0"/>
              <a:ea typeface="Calibri" panose="020F0502020204030204" pitchFamily="34" charset="0"/>
              <a:cs typeface="Times New Roman" panose="02020603050405020304" pitchFamily="18" charset="0"/>
            </a:endParaRPr>
          </a:p>
          <a:p>
            <a:pPr>
              <a:lnSpc>
                <a:spcPct val="115000"/>
              </a:lnSpc>
              <a:spcAft>
                <a:spcPts val="600"/>
              </a:spcAft>
              <a:tabLst>
                <a:tab pos="2180590" algn="l"/>
              </a:tabLst>
            </a:pPr>
            <a:r>
              <a:rPr lang="en-US" sz="2600" b="1" dirty="0">
                <a:solidFill>
                  <a:srgbClr val="1F3864"/>
                </a:solidFill>
                <a:effectLst/>
                <a:latin typeface="Trebuchet MS" panose="020B0603020202020204" pitchFamily="34" charset="0"/>
                <a:ea typeface="Calibri" panose="020F0502020204030204" pitchFamily="34" charset="0"/>
                <a:cs typeface="Times New Roman" panose="02020603050405020304" pitchFamily="18" charset="0"/>
              </a:rPr>
              <a:t>10.Scope or future application of the project:</a:t>
            </a:r>
            <a:endParaRPr lang="en-IN" sz="2600" dirty="0">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n-US" sz="2600" dirty="0">
                <a:solidFill>
                  <a:srgbClr val="1F3864"/>
                </a:solidFill>
                <a:effectLst/>
                <a:latin typeface="Trebuchet MS" panose="020B0603020202020204" pitchFamily="34" charset="0"/>
                <a:ea typeface="Calibri" panose="020F0502020204030204" pitchFamily="34" charset="0"/>
                <a:cs typeface="Times New Roman" panose="02020603050405020304" pitchFamily="18" charset="0"/>
              </a:rPr>
              <a:t>In future Android application can be developed.</a:t>
            </a:r>
            <a:endParaRPr lang="en-IN" sz="2600" dirty="0">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ct val="105000"/>
              </a:lnSpc>
              <a:spcAft>
                <a:spcPts val="800"/>
              </a:spcAft>
              <a:buFont typeface="Symbol" panose="05050102010706020507" pitchFamily="18" charset="2"/>
              <a:buChar char=""/>
            </a:pPr>
            <a:r>
              <a:rPr lang="en-US" sz="2600" dirty="0">
                <a:solidFill>
                  <a:srgbClr val="1F3864"/>
                </a:solidFill>
                <a:effectLst/>
                <a:latin typeface="Trebuchet MS" panose="020B0603020202020204" pitchFamily="34" charset="0"/>
                <a:ea typeface="Calibri" panose="020F0502020204030204" pitchFamily="34" charset="0"/>
                <a:cs typeface="Times New Roman" panose="02020603050405020304" pitchFamily="18" charset="0"/>
              </a:rPr>
              <a:t>Using some more tools on AI ,based on Bird chirping Bird can be recognized easily.</a:t>
            </a:r>
            <a:endParaRPr lang="en-IN" sz="2600" dirty="0">
              <a:effectLst/>
              <a:latin typeface="Trebuchet MS" panose="020B0603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301935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1,000+ Best Thank You Images · 100% Free Download · Pexels Stock Photos">
            <a:extLst>
              <a:ext uri="{FF2B5EF4-FFF2-40B4-BE49-F238E27FC236}">
                <a16:creationId xmlns:a16="http://schemas.microsoft.com/office/drawing/2014/main" id="{C7CBAAD5-A2DF-DC23-9FCC-5279D8BAFB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7957" y="310676"/>
            <a:ext cx="9364337" cy="6236648"/>
          </a:xfrm>
          <a:prstGeom prst="rect">
            <a:avLst/>
          </a:prstGeom>
          <a:noFill/>
          <a:ln>
            <a:solidFill>
              <a:schemeClr val="bg2">
                <a:lumMod val="75000"/>
              </a:schemeClr>
            </a:solidFill>
          </a:ln>
          <a:effectLst>
            <a:glow rad="63500">
              <a:schemeClr val="accent3">
                <a:satMod val="175000"/>
                <a:alpha val="40000"/>
              </a:schemeClr>
            </a:glow>
            <a:softEdge rad="12700"/>
          </a:effectLst>
          <a:scene3d>
            <a:camera prst="perspectiveFront"/>
            <a:lightRig rig="threePt" dir="t"/>
          </a:scene3d>
          <a:sp3d>
            <a:bevelT w="101600" prst="riblet"/>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72660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Birdsanctuary system</Template>
  <TotalTime>0</TotalTime>
  <Words>780</Words>
  <Application>Microsoft Office PowerPoint</Application>
  <PresentationFormat>Widescreen</PresentationFormat>
  <Paragraphs>77</Paragraphs>
  <Slides>11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vt:i4>
      </vt:variant>
    </vt:vector>
  </HeadingPairs>
  <TitlesOfParts>
    <vt:vector size="22" baseType="lpstr">
      <vt:lpstr>Arial</vt:lpstr>
      <vt:lpstr>Calibri</vt:lpstr>
      <vt:lpstr>Century Gothic</vt:lpstr>
      <vt:lpstr>Courier New</vt:lpstr>
      <vt:lpstr>Garamond</vt:lpstr>
      <vt:lpstr>Poppins</vt:lpstr>
      <vt:lpstr>Symbol</vt:lpstr>
      <vt:lpstr>Times New Roman</vt:lpstr>
      <vt:lpstr>Trebuchet MS</vt:lpstr>
      <vt:lpstr>Wingdings</vt:lpstr>
      <vt:lpstr>Savon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kavya hegde</dc:creator>
  <cp:lastModifiedBy>kavya hegde</cp:lastModifiedBy>
  <cp:revision>1</cp:revision>
  <dcterms:created xsi:type="dcterms:W3CDTF">2023-07-20T07:44:40Z</dcterms:created>
  <dcterms:modified xsi:type="dcterms:W3CDTF">2023-07-20T07:45:07Z</dcterms:modified>
</cp:coreProperties>
</file>